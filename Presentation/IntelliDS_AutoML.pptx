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FE7B66-552A-49FA-935E-E99B0EE0A45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1E6323A-7E41-42CA-BFB1-D45B2C783FF7}">
      <dgm:prSet phldrT="[Text]"/>
      <dgm:spPr/>
      <dgm:t>
        <a:bodyPr/>
        <a:lstStyle/>
        <a:p>
          <a:pPr>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Time-consuming data preparation </a:t>
          </a:r>
          <a:endParaRPr lang="en-US" dirty="0"/>
        </a:p>
      </dgm:t>
    </dgm:pt>
    <dgm:pt modelId="{AF399504-A19F-4B03-9BB2-390B09A23D16}" type="parTrans" cxnId="{283BC78B-13AD-45FC-B838-C19CAC848609}">
      <dgm:prSet/>
      <dgm:spPr/>
      <dgm:t>
        <a:bodyPr/>
        <a:lstStyle/>
        <a:p>
          <a:endParaRPr lang="en-US"/>
        </a:p>
      </dgm:t>
    </dgm:pt>
    <dgm:pt modelId="{086E1DA8-8236-495C-B7E6-6EDB97C9849A}" type="sibTrans" cxnId="{283BC78B-13AD-45FC-B838-C19CAC848609}">
      <dgm:prSet/>
      <dgm:spPr/>
      <dgm:t>
        <a:bodyPr/>
        <a:lstStyle/>
        <a:p>
          <a:endParaRPr lang="en-US"/>
        </a:p>
      </dgm:t>
    </dgm:pt>
    <dgm:pt modelId="{FE4DFD8C-2C5F-434D-8F92-3D1FAA1B7371}">
      <dgm:prSet phldrT="[Text]"/>
      <dgm:spPr/>
      <dgm:t>
        <a:bodyPr/>
        <a:lstStyle/>
        <a:p>
          <a:pPr>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Dependency on multiple software tools </a:t>
          </a:r>
          <a:endParaRPr lang="en-US" dirty="0"/>
        </a:p>
      </dgm:t>
    </dgm:pt>
    <dgm:pt modelId="{16F2A1FE-E902-4480-81AD-AE2991E09DC1}" type="parTrans" cxnId="{4033E77C-DAC2-4770-A8A2-A68FCA3483C2}">
      <dgm:prSet/>
      <dgm:spPr/>
      <dgm:t>
        <a:bodyPr/>
        <a:lstStyle/>
        <a:p>
          <a:endParaRPr lang="en-US"/>
        </a:p>
      </dgm:t>
    </dgm:pt>
    <dgm:pt modelId="{6C370586-D6A2-4455-90DB-9AAD267FC5F9}" type="sibTrans" cxnId="{4033E77C-DAC2-4770-A8A2-A68FCA3483C2}">
      <dgm:prSet/>
      <dgm:spPr/>
      <dgm:t>
        <a:bodyPr/>
        <a:lstStyle/>
        <a:p>
          <a:endParaRPr lang="en-US"/>
        </a:p>
      </dgm:t>
    </dgm:pt>
    <dgm:pt modelId="{D3AB36C8-2AD3-40CD-B766-4915EFA2E1F7}">
      <dgm:prSet phldrT="[Text]"/>
      <dgm:spPr/>
      <dgm:t>
        <a:bodyPr/>
        <a:lstStyle/>
        <a:p>
          <a:pPr>
            <a:buFont typeface="+mj-lt"/>
            <a:buAutoNum type="arabicPeriod"/>
          </a:pPr>
          <a:r>
            <a:rPr lang="en-US" dirty="0">
              <a:latin typeface="Calibri" panose="020F0502020204030204" pitchFamily="34" charset="0"/>
              <a:ea typeface="Calibri" panose="020F0502020204030204" pitchFamily="34" charset="0"/>
              <a:cs typeface="Calibri" panose="020F0502020204030204" pitchFamily="34" charset="0"/>
            </a:rPr>
            <a:t>Manual preprocessing and feature engineering </a:t>
          </a:r>
          <a:endParaRPr lang="en-US" dirty="0"/>
        </a:p>
      </dgm:t>
    </dgm:pt>
    <dgm:pt modelId="{7B5F3EBE-8A68-4431-A13B-77252E207F36}" type="parTrans" cxnId="{FDFEAF73-CB5E-4D99-814F-8EFA3B9C20D9}">
      <dgm:prSet/>
      <dgm:spPr/>
      <dgm:t>
        <a:bodyPr/>
        <a:lstStyle/>
        <a:p>
          <a:endParaRPr lang="en-US"/>
        </a:p>
      </dgm:t>
    </dgm:pt>
    <dgm:pt modelId="{69308085-DDA4-4F0B-8CEE-613C2EB51A37}" type="sibTrans" cxnId="{FDFEAF73-CB5E-4D99-814F-8EFA3B9C20D9}">
      <dgm:prSet/>
      <dgm:spPr/>
      <dgm:t>
        <a:bodyPr/>
        <a:lstStyle/>
        <a:p>
          <a:endParaRPr lang="en-US"/>
        </a:p>
      </dgm:t>
    </dgm:pt>
    <dgm:pt modelId="{93389E2D-08EE-4AD3-AB3C-7F97E42C6B8A}">
      <dgm:prSet phldrT="[Text]"/>
      <dgm:spPr/>
      <dgm:t>
        <a:bodyPr/>
        <a:lstStyle/>
        <a:p>
          <a:r>
            <a:rPr lang="en-US" dirty="0">
              <a:latin typeface="Calibri" panose="020F0502020204030204" pitchFamily="34" charset="0"/>
              <a:ea typeface="Calibri" panose="020F0502020204030204" pitchFamily="34" charset="0"/>
              <a:cs typeface="Calibri" panose="020F0502020204030204" pitchFamily="34" charset="0"/>
            </a:rPr>
            <a:t>Complex machine learning model selection </a:t>
          </a:r>
          <a:endParaRPr lang="en-US" dirty="0"/>
        </a:p>
      </dgm:t>
    </dgm:pt>
    <dgm:pt modelId="{85466C7B-0437-41BD-BBAC-282B6B1F5847}" type="parTrans" cxnId="{87C1AD8F-D2B5-4EF8-83F1-7ECD2B818247}">
      <dgm:prSet/>
      <dgm:spPr/>
      <dgm:t>
        <a:bodyPr/>
        <a:lstStyle/>
        <a:p>
          <a:endParaRPr lang="en-US"/>
        </a:p>
      </dgm:t>
    </dgm:pt>
    <dgm:pt modelId="{51A46BBA-CEAF-4109-9183-A17216F9C09D}" type="sibTrans" cxnId="{87C1AD8F-D2B5-4EF8-83F1-7ECD2B818247}">
      <dgm:prSet/>
      <dgm:spPr/>
      <dgm:t>
        <a:bodyPr/>
        <a:lstStyle/>
        <a:p>
          <a:endParaRPr lang="en-US"/>
        </a:p>
      </dgm:t>
    </dgm:pt>
    <dgm:pt modelId="{3EA00ABC-160B-4D9D-A265-CA9CD5EE75A9}">
      <dgm:prSet phldrT="[Text]"/>
      <dgm:spPr/>
      <dgm:t>
        <a:bodyPr/>
        <a:lstStyle/>
        <a:p>
          <a:r>
            <a:rPr lang="en-US" dirty="0">
              <a:latin typeface="Calibri" panose="020F0502020204030204" pitchFamily="34" charset="0"/>
              <a:ea typeface="Calibri" panose="020F0502020204030204" pitchFamily="34" charset="0"/>
              <a:cs typeface="Calibri" panose="020F0502020204030204" pitchFamily="34" charset="0"/>
            </a:rPr>
            <a:t>Increased risk of human errors </a:t>
          </a:r>
          <a:endParaRPr lang="en-US" dirty="0"/>
        </a:p>
      </dgm:t>
    </dgm:pt>
    <dgm:pt modelId="{C9E706B1-D9A2-4882-BDD2-766AE3D06895}" type="parTrans" cxnId="{926874F1-11B2-4B54-AF49-739ACF694223}">
      <dgm:prSet/>
      <dgm:spPr/>
      <dgm:t>
        <a:bodyPr/>
        <a:lstStyle/>
        <a:p>
          <a:endParaRPr lang="en-US"/>
        </a:p>
      </dgm:t>
    </dgm:pt>
    <dgm:pt modelId="{354B58DD-677E-4B7C-B93F-A41026130931}" type="sibTrans" cxnId="{926874F1-11B2-4B54-AF49-739ACF694223}">
      <dgm:prSet/>
      <dgm:spPr/>
      <dgm:t>
        <a:bodyPr/>
        <a:lstStyle/>
        <a:p>
          <a:endParaRPr lang="en-US"/>
        </a:p>
      </dgm:t>
    </dgm:pt>
    <dgm:pt modelId="{CF98A61F-287B-4484-B278-132E0302F530}">
      <dgm:prSet/>
      <dgm:spPr/>
      <dgm:t>
        <a:bodyPr/>
        <a:lstStyle/>
        <a:p>
          <a:r>
            <a:rPr lang="en-US">
              <a:latin typeface="Calibri" panose="020F0502020204030204" pitchFamily="34" charset="0"/>
              <a:ea typeface="Calibri" panose="020F0502020204030204" pitchFamily="34" charset="0"/>
              <a:cs typeface="Calibri" panose="020F0502020204030204" pitchFamily="34" charset="0"/>
            </a:rPr>
            <a:t>Limited accessibility for non-programmers </a:t>
          </a:r>
          <a:endParaRPr lang="en-US" dirty="0">
            <a:latin typeface="Calibri" panose="020F0502020204030204" pitchFamily="34" charset="0"/>
            <a:ea typeface="Calibri" panose="020F0502020204030204" pitchFamily="34" charset="0"/>
            <a:cs typeface="Calibri" panose="020F0502020204030204" pitchFamily="34" charset="0"/>
          </a:endParaRPr>
        </a:p>
      </dgm:t>
    </dgm:pt>
    <dgm:pt modelId="{E823F9D2-2CBB-4FED-BE67-762D0BCC5F94}" type="parTrans" cxnId="{5BBC7E34-4C51-4A2E-9DC2-1395BFB3A953}">
      <dgm:prSet/>
      <dgm:spPr/>
      <dgm:t>
        <a:bodyPr/>
        <a:lstStyle/>
        <a:p>
          <a:endParaRPr lang="en-US"/>
        </a:p>
      </dgm:t>
    </dgm:pt>
    <dgm:pt modelId="{934270C8-AD28-4876-A8D6-C3DBC58A9A0D}" type="sibTrans" cxnId="{5BBC7E34-4C51-4A2E-9DC2-1395BFB3A953}">
      <dgm:prSet/>
      <dgm:spPr/>
      <dgm:t>
        <a:bodyPr/>
        <a:lstStyle/>
        <a:p>
          <a:endParaRPr lang="en-US"/>
        </a:p>
      </dgm:t>
    </dgm:pt>
    <dgm:pt modelId="{2B7436BF-9EED-423C-B04A-3CFD958B194C}" type="pres">
      <dgm:prSet presAssocID="{A7FE7B66-552A-49FA-935E-E99B0EE0A45E}" presName="diagram" presStyleCnt="0">
        <dgm:presLayoutVars>
          <dgm:dir/>
          <dgm:resizeHandles val="exact"/>
        </dgm:presLayoutVars>
      </dgm:prSet>
      <dgm:spPr/>
    </dgm:pt>
    <dgm:pt modelId="{9A98AC48-BE71-4BBE-8D3D-0A0A3873CB8E}" type="pres">
      <dgm:prSet presAssocID="{01E6323A-7E41-42CA-BFB1-D45B2C783FF7}" presName="node" presStyleLbl="node1" presStyleIdx="0" presStyleCnt="6">
        <dgm:presLayoutVars>
          <dgm:bulletEnabled val="1"/>
        </dgm:presLayoutVars>
      </dgm:prSet>
      <dgm:spPr/>
    </dgm:pt>
    <dgm:pt modelId="{D285D641-BB9D-456E-91A5-B012195CF6F7}" type="pres">
      <dgm:prSet presAssocID="{086E1DA8-8236-495C-B7E6-6EDB97C9849A}" presName="sibTrans" presStyleCnt="0"/>
      <dgm:spPr/>
    </dgm:pt>
    <dgm:pt modelId="{413457DA-AD69-4D70-97F7-4AC3CAEA96CC}" type="pres">
      <dgm:prSet presAssocID="{FE4DFD8C-2C5F-434D-8F92-3D1FAA1B7371}" presName="node" presStyleLbl="node1" presStyleIdx="1" presStyleCnt="6">
        <dgm:presLayoutVars>
          <dgm:bulletEnabled val="1"/>
        </dgm:presLayoutVars>
      </dgm:prSet>
      <dgm:spPr/>
    </dgm:pt>
    <dgm:pt modelId="{A43F154F-06E8-4DE0-A2F6-755C3DFF019F}" type="pres">
      <dgm:prSet presAssocID="{6C370586-D6A2-4455-90DB-9AAD267FC5F9}" presName="sibTrans" presStyleCnt="0"/>
      <dgm:spPr/>
    </dgm:pt>
    <dgm:pt modelId="{D0F0A5FD-5B88-4BAD-A9EA-D6BB9ACC7F70}" type="pres">
      <dgm:prSet presAssocID="{D3AB36C8-2AD3-40CD-B766-4915EFA2E1F7}" presName="node" presStyleLbl="node1" presStyleIdx="2" presStyleCnt="6">
        <dgm:presLayoutVars>
          <dgm:bulletEnabled val="1"/>
        </dgm:presLayoutVars>
      </dgm:prSet>
      <dgm:spPr/>
    </dgm:pt>
    <dgm:pt modelId="{323DAEEA-84EF-4AEA-A1D7-FE8CF25858D8}" type="pres">
      <dgm:prSet presAssocID="{69308085-DDA4-4F0B-8CEE-613C2EB51A37}" presName="sibTrans" presStyleCnt="0"/>
      <dgm:spPr/>
    </dgm:pt>
    <dgm:pt modelId="{63BB04DB-C19E-435A-833C-9A838FDF058E}" type="pres">
      <dgm:prSet presAssocID="{93389E2D-08EE-4AD3-AB3C-7F97E42C6B8A}" presName="node" presStyleLbl="node1" presStyleIdx="3" presStyleCnt="6">
        <dgm:presLayoutVars>
          <dgm:bulletEnabled val="1"/>
        </dgm:presLayoutVars>
      </dgm:prSet>
      <dgm:spPr/>
    </dgm:pt>
    <dgm:pt modelId="{18B454A4-29BB-46C2-AD12-FAFCE8222B0C}" type="pres">
      <dgm:prSet presAssocID="{51A46BBA-CEAF-4109-9183-A17216F9C09D}" presName="sibTrans" presStyleCnt="0"/>
      <dgm:spPr/>
    </dgm:pt>
    <dgm:pt modelId="{DB79C6D7-DFCB-4BA0-921E-4973EA2DF590}" type="pres">
      <dgm:prSet presAssocID="{3EA00ABC-160B-4D9D-A265-CA9CD5EE75A9}" presName="node" presStyleLbl="node1" presStyleIdx="4" presStyleCnt="6">
        <dgm:presLayoutVars>
          <dgm:bulletEnabled val="1"/>
        </dgm:presLayoutVars>
      </dgm:prSet>
      <dgm:spPr/>
    </dgm:pt>
    <dgm:pt modelId="{953B714C-7981-4595-9D44-BE1F671B0705}" type="pres">
      <dgm:prSet presAssocID="{354B58DD-677E-4B7C-B93F-A41026130931}" presName="sibTrans" presStyleCnt="0"/>
      <dgm:spPr/>
    </dgm:pt>
    <dgm:pt modelId="{65BEAF87-E874-4B9D-AC07-3B8AEE147F1B}" type="pres">
      <dgm:prSet presAssocID="{CF98A61F-287B-4484-B278-132E0302F530}" presName="node" presStyleLbl="node1" presStyleIdx="5" presStyleCnt="6">
        <dgm:presLayoutVars>
          <dgm:bulletEnabled val="1"/>
        </dgm:presLayoutVars>
      </dgm:prSet>
      <dgm:spPr/>
    </dgm:pt>
  </dgm:ptLst>
  <dgm:cxnLst>
    <dgm:cxn modelId="{82B8D50F-719F-4BAF-8C7A-FE2BE90363A7}" type="presOf" srcId="{FE4DFD8C-2C5F-434D-8F92-3D1FAA1B7371}" destId="{413457DA-AD69-4D70-97F7-4AC3CAEA96CC}" srcOrd="0" destOrd="0" presId="urn:microsoft.com/office/officeart/2005/8/layout/default"/>
    <dgm:cxn modelId="{8E86F80F-C3E0-407B-8FD6-7DA984819E4C}" type="presOf" srcId="{3EA00ABC-160B-4D9D-A265-CA9CD5EE75A9}" destId="{DB79C6D7-DFCB-4BA0-921E-4973EA2DF590}" srcOrd="0" destOrd="0" presId="urn:microsoft.com/office/officeart/2005/8/layout/default"/>
    <dgm:cxn modelId="{CAFDCD10-5295-4658-863E-24A015B9AE57}" type="presOf" srcId="{01E6323A-7E41-42CA-BFB1-D45B2C783FF7}" destId="{9A98AC48-BE71-4BBE-8D3D-0A0A3873CB8E}" srcOrd="0" destOrd="0" presId="urn:microsoft.com/office/officeart/2005/8/layout/default"/>
    <dgm:cxn modelId="{36301016-97C6-4BB7-B4AE-BF03AFC4B475}" type="presOf" srcId="{93389E2D-08EE-4AD3-AB3C-7F97E42C6B8A}" destId="{63BB04DB-C19E-435A-833C-9A838FDF058E}" srcOrd="0" destOrd="0" presId="urn:microsoft.com/office/officeart/2005/8/layout/default"/>
    <dgm:cxn modelId="{5BBC7E34-4C51-4A2E-9DC2-1395BFB3A953}" srcId="{A7FE7B66-552A-49FA-935E-E99B0EE0A45E}" destId="{CF98A61F-287B-4484-B278-132E0302F530}" srcOrd="5" destOrd="0" parTransId="{E823F9D2-2CBB-4FED-BE67-762D0BCC5F94}" sibTransId="{934270C8-AD28-4876-A8D6-C3DBC58A9A0D}"/>
    <dgm:cxn modelId="{FDFEAF73-CB5E-4D99-814F-8EFA3B9C20D9}" srcId="{A7FE7B66-552A-49FA-935E-E99B0EE0A45E}" destId="{D3AB36C8-2AD3-40CD-B766-4915EFA2E1F7}" srcOrd="2" destOrd="0" parTransId="{7B5F3EBE-8A68-4431-A13B-77252E207F36}" sibTransId="{69308085-DDA4-4F0B-8CEE-613C2EB51A37}"/>
    <dgm:cxn modelId="{E27A9F5A-F9A8-46B3-94FB-65A206BCD54E}" type="presOf" srcId="{A7FE7B66-552A-49FA-935E-E99B0EE0A45E}" destId="{2B7436BF-9EED-423C-B04A-3CFD958B194C}" srcOrd="0" destOrd="0" presId="urn:microsoft.com/office/officeart/2005/8/layout/default"/>
    <dgm:cxn modelId="{4033E77C-DAC2-4770-A8A2-A68FCA3483C2}" srcId="{A7FE7B66-552A-49FA-935E-E99B0EE0A45E}" destId="{FE4DFD8C-2C5F-434D-8F92-3D1FAA1B7371}" srcOrd="1" destOrd="0" parTransId="{16F2A1FE-E902-4480-81AD-AE2991E09DC1}" sibTransId="{6C370586-D6A2-4455-90DB-9AAD267FC5F9}"/>
    <dgm:cxn modelId="{283BC78B-13AD-45FC-B838-C19CAC848609}" srcId="{A7FE7B66-552A-49FA-935E-E99B0EE0A45E}" destId="{01E6323A-7E41-42CA-BFB1-D45B2C783FF7}" srcOrd="0" destOrd="0" parTransId="{AF399504-A19F-4B03-9BB2-390B09A23D16}" sibTransId="{086E1DA8-8236-495C-B7E6-6EDB97C9849A}"/>
    <dgm:cxn modelId="{87C1AD8F-D2B5-4EF8-83F1-7ECD2B818247}" srcId="{A7FE7B66-552A-49FA-935E-E99B0EE0A45E}" destId="{93389E2D-08EE-4AD3-AB3C-7F97E42C6B8A}" srcOrd="3" destOrd="0" parTransId="{85466C7B-0437-41BD-BBAC-282B6B1F5847}" sibTransId="{51A46BBA-CEAF-4109-9183-A17216F9C09D}"/>
    <dgm:cxn modelId="{2F4742AD-1DC6-4A37-B5DD-25F15AEBC684}" type="presOf" srcId="{D3AB36C8-2AD3-40CD-B766-4915EFA2E1F7}" destId="{D0F0A5FD-5B88-4BAD-A9EA-D6BB9ACC7F70}" srcOrd="0" destOrd="0" presId="urn:microsoft.com/office/officeart/2005/8/layout/default"/>
    <dgm:cxn modelId="{A0213FDA-A6CC-48A9-A50C-D989813C553A}" type="presOf" srcId="{CF98A61F-287B-4484-B278-132E0302F530}" destId="{65BEAF87-E874-4B9D-AC07-3B8AEE147F1B}" srcOrd="0" destOrd="0" presId="urn:microsoft.com/office/officeart/2005/8/layout/default"/>
    <dgm:cxn modelId="{926874F1-11B2-4B54-AF49-739ACF694223}" srcId="{A7FE7B66-552A-49FA-935E-E99B0EE0A45E}" destId="{3EA00ABC-160B-4D9D-A265-CA9CD5EE75A9}" srcOrd="4" destOrd="0" parTransId="{C9E706B1-D9A2-4882-BDD2-766AE3D06895}" sibTransId="{354B58DD-677E-4B7C-B93F-A41026130931}"/>
    <dgm:cxn modelId="{55093C86-1F45-49B3-AD3E-B8D892055C6E}" type="presParOf" srcId="{2B7436BF-9EED-423C-B04A-3CFD958B194C}" destId="{9A98AC48-BE71-4BBE-8D3D-0A0A3873CB8E}" srcOrd="0" destOrd="0" presId="urn:microsoft.com/office/officeart/2005/8/layout/default"/>
    <dgm:cxn modelId="{1C95C2C9-F46F-4CA6-AD01-47B92FDDA1F2}" type="presParOf" srcId="{2B7436BF-9EED-423C-B04A-3CFD958B194C}" destId="{D285D641-BB9D-456E-91A5-B012195CF6F7}" srcOrd="1" destOrd="0" presId="urn:microsoft.com/office/officeart/2005/8/layout/default"/>
    <dgm:cxn modelId="{9D1E2CD7-137E-4899-9B16-74A1E596D65B}" type="presParOf" srcId="{2B7436BF-9EED-423C-B04A-3CFD958B194C}" destId="{413457DA-AD69-4D70-97F7-4AC3CAEA96CC}" srcOrd="2" destOrd="0" presId="urn:microsoft.com/office/officeart/2005/8/layout/default"/>
    <dgm:cxn modelId="{14E0CC37-55A9-46C4-A997-E475B6F75B8B}" type="presParOf" srcId="{2B7436BF-9EED-423C-B04A-3CFD958B194C}" destId="{A43F154F-06E8-4DE0-A2F6-755C3DFF019F}" srcOrd="3" destOrd="0" presId="urn:microsoft.com/office/officeart/2005/8/layout/default"/>
    <dgm:cxn modelId="{0C9B3991-D8B3-439D-9F27-6E4D8351A9A8}" type="presParOf" srcId="{2B7436BF-9EED-423C-B04A-3CFD958B194C}" destId="{D0F0A5FD-5B88-4BAD-A9EA-D6BB9ACC7F70}" srcOrd="4" destOrd="0" presId="urn:microsoft.com/office/officeart/2005/8/layout/default"/>
    <dgm:cxn modelId="{04C8F8DB-D794-47F8-BA72-41C7728E5024}" type="presParOf" srcId="{2B7436BF-9EED-423C-B04A-3CFD958B194C}" destId="{323DAEEA-84EF-4AEA-A1D7-FE8CF25858D8}" srcOrd="5" destOrd="0" presId="urn:microsoft.com/office/officeart/2005/8/layout/default"/>
    <dgm:cxn modelId="{5E9E8373-9A83-4971-96A9-37BF1A2A61C4}" type="presParOf" srcId="{2B7436BF-9EED-423C-B04A-3CFD958B194C}" destId="{63BB04DB-C19E-435A-833C-9A838FDF058E}" srcOrd="6" destOrd="0" presId="urn:microsoft.com/office/officeart/2005/8/layout/default"/>
    <dgm:cxn modelId="{E2ED0855-CAC0-4D0D-A575-38E0236D502C}" type="presParOf" srcId="{2B7436BF-9EED-423C-B04A-3CFD958B194C}" destId="{18B454A4-29BB-46C2-AD12-FAFCE8222B0C}" srcOrd="7" destOrd="0" presId="urn:microsoft.com/office/officeart/2005/8/layout/default"/>
    <dgm:cxn modelId="{B7A5DAC0-B424-4144-8069-0CA75D13594B}" type="presParOf" srcId="{2B7436BF-9EED-423C-B04A-3CFD958B194C}" destId="{DB79C6D7-DFCB-4BA0-921E-4973EA2DF590}" srcOrd="8" destOrd="0" presId="urn:microsoft.com/office/officeart/2005/8/layout/default"/>
    <dgm:cxn modelId="{12CAD3B5-DD9F-4DF4-8BB2-694D43DB0D1C}" type="presParOf" srcId="{2B7436BF-9EED-423C-B04A-3CFD958B194C}" destId="{953B714C-7981-4595-9D44-BE1F671B0705}" srcOrd="9" destOrd="0" presId="urn:microsoft.com/office/officeart/2005/8/layout/default"/>
    <dgm:cxn modelId="{20BF6647-BDB4-42EE-B83B-313D00B9D398}" type="presParOf" srcId="{2B7436BF-9EED-423C-B04A-3CFD958B194C}" destId="{65BEAF87-E874-4B9D-AC07-3B8AEE147F1B}"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B4502D-A050-4412-BD34-B501EAC630DC}"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70B71C0D-9B22-4155-9CA5-96C0B6CAB479}">
      <dgm:prSet phldrT="[Text]" phldr="0"/>
      <dgm:spPr/>
      <dgm:t>
        <a:bodyPr/>
        <a:lstStyle/>
        <a:p>
          <a:r>
            <a:rPr lang="en-US" b="1" dirty="0"/>
            <a:t>Dataset Upload</a:t>
          </a:r>
        </a:p>
      </dgm:t>
    </dgm:pt>
    <dgm:pt modelId="{B604C76D-F555-4CB3-93C9-C0D305810A57}" type="parTrans" cxnId="{DE584183-2838-4D61-B005-15DEA2EF69FC}">
      <dgm:prSet/>
      <dgm:spPr/>
      <dgm:t>
        <a:bodyPr/>
        <a:lstStyle/>
        <a:p>
          <a:endParaRPr lang="en-US"/>
        </a:p>
      </dgm:t>
    </dgm:pt>
    <dgm:pt modelId="{1B03F992-36F2-4337-A1DD-2149166D7979}" type="sibTrans" cxnId="{DE584183-2838-4D61-B005-15DEA2EF69FC}">
      <dgm:prSet/>
      <dgm:spPr/>
      <dgm:t>
        <a:bodyPr/>
        <a:lstStyle/>
        <a:p>
          <a:endParaRPr lang="en-US"/>
        </a:p>
      </dgm:t>
    </dgm:pt>
    <dgm:pt modelId="{A6154474-E4EC-41ED-8326-F9A539556C07}">
      <dgm:prSet phldrT="[Text]"/>
      <dgm:spPr/>
      <dgm:t>
        <a:bodyPr/>
        <a:lstStyle/>
        <a:p>
          <a:r>
            <a:rPr lang="en-US" b="1" dirty="0"/>
            <a:t>Data Cleaning &amp; Preprocessing</a:t>
          </a:r>
        </a:p>
      </dgm:t>
    </dgm:pt>
    <dgm:pt modelId="{BE609CFE-07F7-4089-A2A3-0D78C377B0EA}" type="parTrans" cxnId="{8814A8B1-9B36-4B65-895E-9EE120DF6821}">
      <dgm:prSet/>
      <dgm:spPr/>
      <dgm:t>
        <a:bodyPr/>
        <a:lstStyle/>
        <a:p>
          <a:endParaRPr lang="en-US"/>
        </a:p>
      </dgm:t>
    </dgm:pt>
    <dgm:pt modelId="{D5555602-50CA-4788-B1EF-4496F95C1035}" type="sibTrans" cxnId="{8814A8B1-9B36-4B65-895E-9EE120DF6821}">
      <dgm:prSet/>
      <dgm:spPr/>
      <dgm:t>
        <a:bodyPr/>
        <a:lstStyle/>
        <a:p>
          <a:endParaRPr lang="en-US"/>
        </a:p>
      </dgm:t>
    </dgm:pt>
    <dgm:pt modelId="{9779DC3B-F438-4C2D-A4AE-C79C1A423A6F}">
      <dgm:prSet phldrT="[Text]"/>
      <dgm:spPr/>
      <dgm:t>
        <a:bodyPr/>
        <a:lstStyle/>
        <a:p>
          <a:r>
            <a:rPr lang="en-US" b="1" dirty="0"/>
            <a:t>Exploratory Data Analysis (EDA)</a:t>
          </a:r>
        </a:p>
      </dgm:t>
    </dgm:pt>
    <dgm:pt modelId="{4554DC35-C1F7-49D5-85C4-C7DC1DA273C1}" type="parTrans" cxnId="{3D4B16B2-8E1D-4D5A-82A8-C2580A854FAD}">
      <dgm:prSet/>
      <dgm:spPr/>
      <dgm:t>
        <a:bodyPr/>
        <a:lstStyle/>
        <a:p>
          <a:endParaRPr lang="en-US"/>
        </a:p>
      </dgm:t>
    </dgm:pt>
    <dgm:pt modelId="{2B25CF68-E5EB-4D7B-B895-8166DE15ABC6}" type="sibTrans" cxnId="{3D4B16B2-8E1D-4D5A-82A8-C2580A854FAD}">
      <dgm:prSet/>
      <dgm:spPr/>
      <dgm:t>
        <a:bodyPr/>
        <a:lstStyle/>
        <a:p>
          <a:endParaRPr lang="en-US"/>
        </a:p>
      </dgm:t>
    </dgm:pt>
    <dgm:pt modelId="{5E83FC20-071E-4D28-BF6B-8481D9E62012}">
      <dgm:prSet/>
      <dgm:spPr/>
      <dgm:t>
        <a:bodyPr/>
        <a:lstStyle/>
        <a:p>
          <a:r>
            <a:rPr lang="en-US" b="1" dirty="0"/>
            <a:t>Automated Machine Learning (Auto ML)</a:t>
          </a:r>
        </a:p>
      </dgm:t>
    </dgm:pt>
    <dgm:pt modelId="{F514CBD1-CDA6-4DB2-99D7-EAEE732FE52B}" type="parTrans" cxnId="{33D9CE94-7139-4F98-9E08-28CC0E8986DC}">
      <dgm:prSet/>
      <dgm:spPr/>
      <dgm:t>
        <a:bodyPr/>
        <a:lstStyle/>
        <a:p>
          <a:endParaRPr lang="en-US"/>
        </a:p>
      </dgm:t>
    </dgm:pt>
    <dgm:pt modelId="{6AABA338-399B-4944-8247-CB4C8014F804}" type="sibTrans" cxnId="{33D9CE94-7139-4F98-9E08-28CC0E8986DC}">
      <dgm:prSet/>
      <dgm:spPr/>
      <dgm:t>
        <a:bodyPr/>
        <a:lstStyle/>
        <a:p>
          <a:endParaRPr lang="en-US"/>
        </a:p>
      </dgm:t>
    </dgm:pt>
    <dgm:pt modelId="{D2739EAE-335A-47F1-B844-FFB9E0389FC7}">
      <dgm:prSet/>
      <dgm:spPr/>
      <dgm:t>
        <a:bodyPr/>
        <a:lstStyle/>
        <a:p>
          <a:r>
            <a:rPr lang="en-US" b="1" dirty="0"/>
            <a:t>Data Analysis</a:t>
          </a:r>
        </a:p>
      </dgm:t>
    </dgm:pt>
    <dgm:pt modelId="{77B12E25-9ACB-42AC-B9D6-5BAE3FD2A72C}" type="parTrans" cxnId="{0F225838-30BE-4CD1-8265-67DB88CEAB04}">
      <dgm:prSet/>
      <dgm:spPr/>
      <dgm:t>
        <a:bodyPr/>
        <a:lstStyle/>
        <a:p>
          <a:endParaRPr lang="en-US"/>
        </a:p>
      </dgm:t>
    </dgm:pt>
    <dgm:pt modelId="{1E18CEE2-734C-479B-BC12-973E954FD153}" type="sibTrans" cxnId="{0F225838-30BE-4CD1-8265-67DB88CEAB04}">
      <dgm:prSet/>
      <dgm:spPr/>
      <dgm:t>
        <a:bodyPr/>
        <a:lstStyle/>
        <a:p>
          <a:endParaRPr lang="en-US"/>
        </a:p>
      </dgm:t>
    </dgm:pt>
    <dgm:pt modelId="{E07BA82C-D69C-4DA1-A15A-C9479ED51D3C}">
      <dgm:prSet/>
      <dgm:spPr/>
      <dgm:t>
        <a:bodyPr/>
        <a:lstStyle/>
        <a:p>
          <a:r>
            <a:rPr lang="en-US" b="1"/>
            <a:t>Prediction &amp; Results</a:t>
          </a:r>
        </a:p>
      </dgm:t>
    </dgm:pt>
    <dgm:pt modelId="{3F9D2DE6-871B-4FBD-8DFD-25DA48C0E305}" type="parTrans" cxnId="{397163D5-F46B-43B0-BFFF-8916DCAEF63E}">
      <dgm:prSet/>
      <dgm:spPr/>
      <dgm:t>
        <a:bodyPr/>
        <a:lstStyle/>
        <a:p>
          <a:endParaRPr lang="en-US"/>
        </a:p>
      </dgm:t>
    </dgm:pt>
    <dgm:pt modelId="{32DE31B7-0578-4AD3-8E2B-9E81C5A527F8}" type="sibTrans" cxnId="{397163D5-F46B-43B0-BFFF-8916DCAEF63E}">
      <dgm:prSet/>
      <dgm:spPr/>
      <dgm:t>
        <a:bodyPr/>
        <a:lstStyle/>
        <a:p>
          <a:endParaRPr lang="en-US"/>
        </a:p>
      </dgm:t>
    </dgm:pt>
    <dgm:pt modelId="{EED04FCF-9578-44BF-839A-DA9A74E2A165}" type="pres">
      <dgm:prSet presAssocID="{A4B4502D-A050-4412-BD34-B501EAC630DC}" presName="Name0" presStyleCnt="0">
        <dgm:presLayoutVars>
          <dgm:dir/>
          <dgm:resizeHandles val="exact"/>
        </dgm:presLayoutVars>
      </dgm:prSet>
      <dgm:spPr/>
    </dgm:pt>
    <dgm:pt modelId="{1D7F5476-450D-471C-90A6-EE7D52A41873}" type="pres">
      <dgm:prSet presAssocID="{70B71C0D-9B22-4155-9CA5-96C0B6CAB479}" presName="node" presStyleLbl="node1" presStyleIdx="0" presStyleCnt="6">
        <dgm:presLayoutVars>
          <dgm:bulletEnabled val="1"/>
        </dgm:presLayoutVars>
      </dgm:prSet>
      <dgm:spPr/>
    </dgm:pt>
    <dgm:pt modelId="{628913DC-A2A8-4F8F-A225-3276C7BC2885}" type="pres">
      <dgm:prSet presAssocID="{1B03F992-36F2-4337-A1DD-2149166D7979}" presName="sibTrans" presStyleLbl="sibTrans2D1" presStyleIdx="0" presStyleCnt="5"/>
      <dgm:spPr/>
    </dgm:pt>
    <dgm:pt modelId="{A632B128-665A-4922-87ED-BE6E20F05B7E}" type="pres">
      <dgm:prSet presAssocID="{1B03F992-36F2-4337-A1DD-2149166D7979}" presName="connectorText" presStyleLbl="sibTrans2D1" presStyleIdx="0" presStyleCnt="5"/>
      <dgm:spPr/>
    </dgm:pt>
    <dgm:pt modelId="{0BA5522C-38F5-46F5-A41B-CD3FD4B04018}" type="pres">
      <dgm:prSet presAssocID="{D2739EAE-335A-47F1-B844-FFB9E0389FC7}" presName="node" presStyleLbl="node1" presStyleIdx="1" presStyleCnt="6">
        <dgm:presLayoutVars>
          <dgm:bulletEnabled val="1"/>
        </dgm:presLayoutVars>
      </dgm:prSet>
      <dgm:spPr/>
    </dgm:pt>
    <dgm:pt modelId="{F9BAE46E-3468-4215-96D1-C6B1241C5ED7}" type="pres">
      <dgm:prSet presAssocID="{1E18CEE2-734C-479B-BC12-973E954FD153}" presName="sibTrans" presStyleLbl="sibTrans2D1" presStyleIdx="1" presStyleCnt="5"/>
      <dgm:spPr/>
    </dgm:pt>
    <dgm:pt modelId="{9D8062FE-F099-4F85-81A7-788FAEEB4E8E}" type="pres">
      <dgm:prSet presAssocID="{1E18CEE2-734C-479B-BC12-973E954FD153}" presName="connectorText" presStyleLbl="sibTrans2D1" presStyleIdx="1" presStyleCnt="5"/>
      <dgm:spPr/>
    </dgm:pt>
    <dgm:pt modelId="{50D87DB1-A1C0-47E9-978D-E0ACF2101F27}" type="pres">
      <dgm:prSet presAssocID="{A6154474-E4EC-41ED-8326-F9A539556C07}" presName="node" presStyleLbl="node1" presStyleIdx="2" presStyleCnt="6">
        <dgm:presLayoutVars>
          <dgm:bulletEnabled val="1"/>
        </dgm:presLayoutVars>
      </dgm:prSet>
      <dgm:spPr/>
    </dgm:pt>
    <dgm:pt modelId="{1E969DA3-FFF0-478B-A45B-FD41FEEA7ACD}" type="pres">
      <dgm:prSet presAssocID="{D5555602-50CA-4788-B1EF-4496F95C1035}" presName="sibTrans" presStyleLbl="sibTrans2D1" presStyleIdx="2" presStyleCnt="5"/>
      <dgm:spPr/>
    </dgm:pt>
    <dgm:pt modelId="{A4A71C36-0A36-4106-AFC9-E83C9238A214}" type="pres">
      <dgm:prSet presAssocID="{D5555602-50CA-4788-B1EF-4496F95C1035}" presName="connectorText" presStyleLbl="sibTrans2D1" presStyleIdx="2" presStyleCnt="5"/>
      <dgm:spPr/>
    </dgm:pt>
    <dgm:pt modelId="{ACDD250C-60DF-4B4D-A023-80EAECCD1844}" type="pres">
      <dgm:prSet presAssocID="{9779DC3B-F438-4C2D-A4AE-C79C1A423A6F}" presName="node" presStyleLbl="node1" presStyleIdx="3" presStyleCnt="6">
        <dgm:presLayoutVars>
          <dgm:bulletEnabled val="1"/>
        </dgm:presLayoutVars>
      </dgm:prSet>
      <dgm:spPr/>
    </dgm:pt>
    <dgm:pt modelId="{637DE24E-087A-4BD8-9D3E-594292D7AB8E}" type="pres">
      <dgm:prSet presAssocID="{2B25CF68-E5EB-4D7B-B895-8166DE15ABC6}" presName="sibTrans" presStyleLbl="sibTrans2D1" presStyleIdx="3" presStyleCnt="5"/>
      <dgm:spPr/>
    </dgm:pt>
    <dgm:pt modelId="{9CE1937D-5815-4ADD-9146-644722139EC0}" type="pres">
      <dgm:prSet presAssocID="{2B25CF68-E5EB-4D7B-B895-8166DE15ABC6}" presName="connectorText" presStyleLbl="sibTrans2D1" presStyleIdx="3" presStyleCnt="5"/>
      <dgm:spPr/>
    </dgm:pt>
    <dgm:pt modelId="{2F0391FB-B9B5-4C3F-8C04-CF779350D577}" type="pres">
      <dgm:prSet presAssocID="{5E83FC20-071E-4D28-BF6B-8481D9E62012}" presName="node" presStyleLbl="node1" presStyleIdx="4" presStyleCnt="6">
        <dgm:presLayoutVars>
          <dgm:bulletEnabled val="1"/>
        </dgm:presLayoutVars>
      </dgm:prSet>
      <dgm:spPr/>
    </dgm:pt>
    <dgm:pt modelId="{2398D018-9940-425E-80CF-F2790B555D79}" type="pres">
      <dgm:prSet presAssocID="{6AABA338-399B-4944-8247-CB4C8014F804}" presName="sibTrans" presStyleLbl="sibTrans2D1" presStyleIdx="4" presStyleCnt="5"/>
      <dgm:spPr/>
    </dgm:pt>
    <dgm:pt modelId="{6BC04146-5007-4E9C-967C-B802136ADC21}" type="pres">
      <dgm:prSet presAssocID="{6AABA338-399B-4944-8247-CB4C8014F804}" presName="connectorText" presStyleLbl="sibTrans2D1" presStyleIdx="4" presStyleCnt="5"/>
      <dgm:spPr/>
    </dgm:pt>
    <dgm:pt modelId="{47879206-FB7B-43AF-9C8B-877D35573CC8}" type="pres">
      <dgm:prSet presAssocID="{E07BA82C-D69C-4DA1-A15A-C9479ED51D3C}" presName="node" presStyleLbl="node1" presStyleIdx="5" presStyleCnt="6">
        <dgm:presLayoutVars>
          <dgm:bulletEnabled val="1"/>
        </dgm:presLayoutVars>
      </dgm:prSet>
      <dgm:spPr/>
    </dgm:pt>
  </dgm:ptLst>
  <dgm:cxnLst>
    <dgm:cxn modelId="{188EB717-EFC3-482D-AFEC-B3785C8DF4B3}" type="presOf" srcId="{9779DC3B-F438-4C2D-A4AE-C79C1A423A6F}" destId="{ACDD250C-60DF-4B4D-A023-80EAECCD1844}" srcOrd="0" destOrd="0" presId="urn:microsoft.com/office/officeart/2005/8/layout/process1"/>
    <dgm:cxn modelId="{0B1B7326-8A5A-4512-8BE6-83D1CD42BC52}" type="presOf" srcId="{A4B4502D-A050-4412-BD34-B501EAC630DC}" destId="{EED04FCF-9578-44BF-839A-DA9A74E2A165}" srcOrd="0" destOrd="0" presId="urn:microsoft.com/office/officeart/2005/8/layout/process1"/>
    <dgm:cxn modelId="{6A9D5D30-8371-4ED1-BCDF-BA4EBCFD3CC5}" type="presOf" srcId="{2B25CF68-E5EB-4D7B-B895-8166DE15ABC6}" destId="{9CE1937D-5815-4ADD-9146-644722139EC0}" srcOrd="1" destOrd="0" presId="urn:microsoft.com/office/officeart/2005/8/layout/process1"/>
    <dgm:cxn modelId="{0F225838-30BE-4CD1-8265-67DB88CEAB04}" srcId="{A4B4502D-A050-4412-BD34-B501EAC630DC}" destId="{D2739EAE-335A-47F1-B844-FFB9E0389FC7}" srcOrd="1" destOrd="0" parTransId="{77B12E25-9ACB-42AC-B9D6-5BAE3FD2A72C}" sibTransId="{1E18CEE2-734C-479B-BC12-973E954FD153}"/>
    <dgm:cxn modelId="{39FB5A3F-3970-4D4F-B9DD-5E0AF0F21A7D}" type="presOf" srcId="{A6154474-E4EC-41ED-8326-F9A539556C07}" destId="{50D87DB1-A1C0-47E9-978D-E0ACF2101F27}" srcOrd="0" destOrd="0" presId="urn:microsoft.com/office/officeart/2005/8/layout/process1"/>
    <dgm:cxn modelId="{737E405B-5E3B-4658-BD80-0179FFC6B045}" type="presOf" srcId="{6AABA338-399B-4944-8247-CB4C8014F804}" destId="{6BC04146-5007-4E9C-967C-B802136ADC21}" srcOrd="1" destOrd="0" presId="urn:microsoft.com/office/officeart/2005/8/layout/process1"/>
    <dgm:cxn modelId="{9A1C0D63-7277-4BE4-AB2F-F4E24EE9A01A}" type="presOf" srcId="{5E83FC20-071E-4D28-BF6B-8481D9E62012}" destId="{2F0391FB-B9B5-4C3F-8C04-CF779350D577}" srcOrd="0" destOrd="0" presId="urn:microsoft.com/office/officeart/2005/8/layout/process1"/>
    <dgm:cxn modelId="{E423B064-4B70-4607-A886-3C56C0525335}" type="presOf" srcId="{1B03F992-36F2-4337-A1DD-2149166D7979}" destId="{628913DC-A2A8-4F8F-A225-3276C7BC2885}" srcOrd="0" destOrd="0" presId="urn:microsoft.com/office/officeart/2005/8/layout/process1"/>
    <dgm:cxn modelId="{3960234B-4F74-41B3-A97A-2622FC927CB2}" type="presOf" srcId="{1E18CEE2-734C-479B-BC12-973E954FD153}" destId="{9D8062FE-F099-4F85-81A7-788FAEEB4E8E}" srcOrd="1" destOrd="0" presId="urn:microsoft.com/office/officeart/2005/8/layout/process1"/>
    <dgm:cxn modelId="{5E740F75-56CD-43E7-A79C-7913A802BEA6}" type="presOf" srcId="{E07BA82C-D69C-4DA1-A15A-C9479ED51D3C}" destId="{47879206-FB7B-43AF-9C8B-877D35573CC8}" srcOrd="0" destOrd="0" presId="urn:microsoft.com/office/officeart/2005/8/layout/process1"/>
    <dgm:cxn modelId="{2D709982-DC7E-4848-9F13-4C2A24D6DED1}" type="presOf" srcId="{1E18CEE2-734C-479B-BC12-973E954FD153}" destId="{F9BAE46E-3468-4215-96D1-C6B1241C5ED7}" srcOrd="0" destOrd="0" presId="urn:microsoft.com/office/officeart/2005/8/layout/process1"/>
    <dgm:cxn modelId="{DE584183-2838-4D61-B005-15DEA2EF69FC}" srcId="{A4B4502D-A050-4412-BD34-B501EAC630DC}" destId="{70B71C0D-9B22-4155-9CA5-96C0B6CAB479}" srcOrd="0" destOrd="0" parTransId="{B604C76D-F555-4CB3-93C9-C0D305810A57}" sibTransId="{1B03F992-36F2-4337-A1DD-2149166D7979}"/>
    <dgm:cxn modelId="{33D9CE94-7139-4F98-9E08-28CC0E8986DC}" srcId="{A4B4502D-A050-4412-BD34-B501EAC630DC}" destId="{5E83FC20-071E-4D28-BF6B-8481D9E62012}" srcOrd="4" destOrd="0" parTransId="{F514CBD1-CDA6-4DB2-99D7-EAEE732FE52B}" sibTransId="{6AABA338-399B-4944-8247-CB4C8014F804}"/>
    <dgm:cxn modelId="{A5B71B99-5150-456C-B654-B52EBFFB6051}" type="presOf" srcId="{D2739EAE-335A-47F1-B844-FFB9E0389FC7}" destId="{0BA5522C-38F5-46F5-A41B-CD3FD4B04018}" srcOrd="0" destOrd="0" presId="urn:microsoft.com/office/officeart/2005/8/layout/process1"/>
    <dgm:cxn modelId="{3B45CFA1-DD19-4187-818F-6C837357B4C8}" type="presOf" srcId="{D5555602-50CA-4788-B1EF-4496F95C1035}" destId="{A4A71C36-0A36-4106-AFC9-E83C9238A214}" srcOrd="1" destOrd="0" presId="urn:microsoft.com/office/officeart/2005/8/layout/process1"/>
    <dgm:cxn modelId="{AB264DA5-9EB9-4AEE-9D6D-44A3192F090E}" type="presOf" srcId="{70B71C0D-9B22-4155-9CA5-96C0B6CAB479}" destId="{1D7F5476-450D-471C-90A6-EE7D52A41873}" srcOrd="0" destOrd="0" presId="urn:microsoft.com/office/officeart/2005/8/layout/process1"/>
    <dgm:cxn modelId="{8814A8B1-9B36-4B65-895E-9EE120DF6821}" srcId="{A4B4502D-A050-4412-BD34-B501EAC630DC}" destId="{A6154474-E4EC-41ED-8326-F9A539556C07}" srcOrd="2" destOrd="0" parTransId="{BE609CFE-07F7-4089-A2A3-0D78C377B0EA}" sibTransId="{D5555602-50CA-4788-B1EF-4496F95C1035}"/>
    <dgm:cxn modelId="{3D4B16B2-8E1D-4D5A-82A8-C2580A854FAD}" srcId="{A4B4502D-A050-4412-BD34-B501EAC630DC}" destId="{9779DC3B-F438-4C2D-A4AE-C79C1A423A6F}" srcOrd="3" destOrd="0" parTransId="{4554DC35-C1F7-49D5-85C4-C7DC1DA273C1}" sibTransId="{2B25CF68-E5EB-4D7B-B895-8166DE15ABC6}"/>
    <dgm:cxn modelId="{173F5BBB-DD32-4566-8ACC-9E6576C2CAA0}" type="presOf" srcId="{2B25CF68-E5EB-4D7B-B895-8166DE15ABC6}" destId="{637DE24E-087A-4BD8-9D3E-594292D7AB8E}" srcOrd="0" destOrd="0" presId="urn:microsoft.com/office/officeart/2005/8/layout/process1"/>
    <dgm:cxn modelId="{397163D5-F46B-43B0-BFFF-8916DCAEF63E}" srcId="{A4B4502D-A050-4412-BD34-B501EAC630DC}" destId="{E07BA82C-D69C-4DA1-A15A-C9479ED51D3C}" srcOrd="5" destOrd="0" parTransId="{3F9D2DE6-871B-4FBD-8DFD-25DA48C0E305}" sibTransId="{32DE31B7-0578-4AD3-8E2B-9E81C5A527F8}"/>
    <dgm:cxn modelId="{56281BE1-218B-4FBA-AB4A-13249B76BD20}" type="presOf" srcId="{D5555602-50CA-4788-B1EF-4496F95C1035}" destId="{1E969DA3-FFF0-478B-A45B-FD41FEEA7ACD}" srcOrd="0" destOrd="0" presId="urn:microsoft.com/office/officeart/2005/8/layout/process1"/>
    <dgm:cxn modelId="{3BD63AF3-B117-45FE-BEB0-46A9EEE69305}" type="presOf" srcId="{1B03F992-36F2-4337-A1DD-2149166D7979}" destId="{A632B128-665A-4922-87ED-BE6E20F05B7E}" srcOrd="1" destOrd="0" presId="urn:microsoft.com/office/officeart/2005/8/layout/process1"/>
    <dgm:cxn modelId="{109230F9-ED97-4A83-A161-D51A1EBC4692}" type="presOf" srcId="{6AABA338-399B-4944-8247-CB4C8014F804}" destId="{2398D018-9940-425E-80CF-F2790B555D79}" srcOrd="0" destOrd="0" presId="urn:microsoft.com/office/officeart/2005/8/layout/process1"/>
    <dgm:cxn modelId="{9DA5FD9A-ECF5-4AB0-B20A-C39AD42C4D6C}" type="presParOf" srcId="{EED04FCF-9578-44BF-839A-DA9A74E2A165}" destId="{1D7F5476-450D-471C-90A6-EE7D52A41873}" srcOrd="0" destOrd="0" presId="urn:microsoft.com/office/officeart/2005/8/layout/process1"/>
    <dgm:cxn modelId="{151B3635-B228-4F11-A3E4-31C4F8ACA5E9}" type="presParOf" srcId="{EED04FCF-9578-44BF-839A-DA9A74E2A165}" destId="{628913DC-A2A8-4F8F-A225-3276C7BC2885}" srcOrd="1" destOrd="0" presId="urn:microsoft.com/office/officeart/2005/8/layout/process1"/>
    <dgm:cxn modelId="{01A653ED-BD71-4298-982C-A8FA57808622}" type="presParOf" srcId="{628913DC-A2A8-4F8F-A225-3276C7BC2885}" destId="{A632B128-665A-4922-87ED-BE6E20F05B7E}" srcOrd="0" destOrd="0" presId="urn:microsoft.com/office/officeart/2005/8/layout/process1"/>
    <dgm:cxn modelId="{09B1F7EF-EA6C-4B71-A13C-F0618DC4AFF2}" type="presParOf" srcId="{EED04FCF-9578-44BF-839A-DA9A74E2A165}" destId="{0BA5522C-38F5-46F5-A41B-CD3FD4B04018}" srcOrd="2" destOrd="0" presId="urn:microsoft.com/office/officeart/2005/8/layout/process1"/>
    <dgm:cxn modelId="{C48088B3-6990-4BA8-A44A-1FACB4330D9C}" type="presParOf" srcId="{EED04FCF-9578-44BF-839A-DA9A74E2A165}" destId="{F9BAE46E-3468-4215-96D1-C6B1241C5ED7}" srcOrd="3" destOrd="0" presId="urn:microsoft.com/office/officeart/2005/8/layout/process1"/>
    <dgm:cxn modelId="{D17C81E4-6B85-484E-96C3-4A0E3EDA7656}" type="presParOf" srcId="{F9BAE46E-3468-4215-96D1-C6B1241C5ED7}" destId="{9D8062FE-F099-4F85-81A7-788FAEEB4E8E}" srcOrd="0" destOrd="0" presId="urn:microsoft.com/office/officeart/2005/8/layout/process1"/>
    <dgm:cxn modelId="{44556341-53BE-4882-BC32-AFB79B2EF3CD}" type="presParOf" srcId="{EED04FCF-9578-44BF-839A-DA9A74E2A165}" destId="{50D87DB1-A1C0-47E9-978D-E0ACF2101F27}" srcOrd="4" destOrd="0" presId="urn:microsoft.com/office/officeart/2005/8/layout/process1"/>
    <dgm:cxn modelId="{BA0BB41A-59F0-4BAF-BED2-A23C9B8E2870}" type="presParOf" srcId="{EED04FCF-9578-44BF-839A-DA9A74E2A165}" destId="{1E969DA3-FFF0-478B-A45B-FD41FEEA7ACD}" srcOrd="5" destOrd="0" presId="urn:microsoft.com/office/officeart/2005/8/layout/process1"/>
    <dgm:cxn modelId="{0D5FB666-DCDB-488B-8034-29EF1E9A2F4F}" type="presParOf" srcId="{1E969DA3-FFF0-478B-A45B-FD41FEEA7ACD}" destId="{A4A71C36-0A36-4106-AFC9-E83C9238A214}" srcOrd="0" destOrd="0" presId="urn:microsoft.com/office/officeart/2005/8/layout/process1"/>
    <dgm:cxn modelId="{B90C6938-CE0E-4853-B4E4-2F6E6B0232EB}" type="presParOf" srcId="{EED04FCF-9578-44BF-839A-DA9A74E2A165}" destId="{ACDD250C-60DF-4B4D-A023-80EAECCD1844}" srcOrd="6" destOrd="0" presId="urn:microsoft.com/office/officeart/2005/8/layout/process1"/>
    <dgm:cxn modelId="{67145DC0-0055-4F54-AD4E-66934AC0CF86}" type="presParOf" srcId="{EED04FCF-9578-44BF-839A-DA9A74E2A165}" destId="{637DE24E-087A-4BD8-9D3E-594292D7AB8E}" srcOrd="7" destOrd="0" presId="urn:microsoft.com/office/officeart/2005/8/layout/process1"/>
    <dgm:cxn modelId="{80F16249-3E4F-4699-8051-8A4788C9170D}" type="presParOf" srcId="{637DE24E-087A-4BD8-9D3E-594292D7AB8E}" destId="{9CE1937D-5815-4ADD-9146-644722139EC0}" srcOrd="0" destOrd="0" presId="urn:microsoft.com/office/officeart/2005/8/layout/process1"/>
    <dgm:cxn modelId="{6C5B7069-138E-4FFF-A10C-30A9EFD5B427}" type="presParOf" srcId="{EED04FCF-9578-44BF-839A-DA9A74E2A165}" destId="{2F0391FB-B9B5-4C3F-8C04-CF779350D577}" srcOrd="8" destOrd="0" presId="urn:microsoft.com/office/officeart/2005/8/layout/process1"/>
    <dgm:cxn modelId="{46A0DC77-BF4D-495E-82EA-F0E722617F89}" type="presParOf" srcId="{EED04FCF-9578-44BF-839A-DA9A74E2A165}" destId="{2398D018-9940-425E-80CF-F2790B555D79}" srcOrd="9" destOrd="0" presId="urn:microsoft.com/office/officeart/2005/8/layout/process1"/>
    <dgm:cxn modelId="{CF43160D-FEC1-4105-93E1-EECFA60F4C23}" type="presParOf" srcId="{2398D018-9940-425E-80CF-F2790B555D79}" destId="{6BC04146-5007-4E9C-967C-B802136ADC21}" srcOrd="0" destOrd="0" presId="urn:microsoft.com/office/officeart/2005/8/layout/process1"/>
    <dgm:cxn modelId="{EE598C21-0C79-4223-A74F-7B7E6C5A8819}" type="presParOf" srcId="{EED04FCF-9578-44BF-839A-DA9A74E2A165}" destId="{47879206-FB7B-43AF-9C8B-877D35573CC8}"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8BA63C-D668-4D59-947E-F7CDBE2CAD00}"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9472A641-3715-4B2E-8618-93E7BA411CE7}">
      <dgm:prSet phldrT="[Text]"/>
      <dgm:spPr/>
      <dgm:t>
        <a:bodyPr/>
        <a:lstStyle/>
        <a:p>
          <a:r>
            <a:rPr lang="en-US" b="1" dirty="0"/>
            <a:t>Automated the complete data science workflow.</a:t>
          </a:r>
        </a:p>
      </dgm:t>
    </dgm:pt>
    <dgm:pt modelId="{2A8937C4-2377-4018-9A1D-F5173DA70BC9}" type="parTrans" cxnId="{C9288AD2-3603-4BEB-8935-4118B285CB8E}">
      <dgm:prSet/>
      <dgm:spPr/>
      <dgm:t>
        <a:bodyPr/>
        <a:lstStyle/>
        <a:p>
          <a:endParaRPr lang="en-US" b="1"/>
        </a:p>
      </dgm:t>
    </dgm:pt>
    <dgm:pt modelId="{D0B7DACF-714F-45AD-B9B2-99F6861A85CC}" type="sibTrans" cxnId="{C9288AD2-3603-4BEB-8935-4118B285CB8E}">
      <dgm:prSet/>
      <dgm:spPr/>
      <dgm:t>
        <a:bodyPr/>
        <a:lstStyle/>
        <a:p>
          <a:endParaRPr lang="en-US" b="1"/>
        </a:p>
      </dgm:t>
    </dgm:pt>
    <dgm:pt modelId="{C8F7A5EC-4D76-403F-B530-1A709F7BB41A}">
      <dgm:prSet phldrT="[Text]"/>
      <dgm:spPr/>
      <dgm:t>
        <a:bodyPr/>
        <a:lstStyle/>
        <a:p>
          <a:r>
            <a:rPr lang="en-US" b="1" dirty="0"/>
            <a:t>Integrated data cleaning, preprocessing, EDA, and Auto ML in one platform.</a:t>
          </a:r>
        </a:p>
      </dgm:t>
    </dgm:pt>
    <dgm:pt modelId="{6513F1A1-C579-4C4A-A3AE-26B335DEDA56}" type="parTrans" cxnId="{5C6F63BA-E5DA-4015-A9BE-8D4478D466CA}">
      <dgm:prSet/>
      <dgm:spPr/>
      <dgm:t>
        <a:bodyPr/>
        <a:lstStyle/>
        <a:p>
          <a:endParaRPr lang="en-US" b="1"/>
        </a:p>
      </dgm:t>
    </dgm:pt>
    <dgm:pt modelId="{F787284C-3159-4070-A9BF-BF6570462452}" type="sibTrans" cxnId="{5C6F63BA-E5DA-4015-A9BE-8D4478D466CA}">
      <dgm:prSet/>
      <dgm:spPr/>
      <dgm:t>
        <a:bodyPr/>
        <a:lstStyle/>
        <a:p>
          <a:endParaRPr lang="en-US" b="1"/>
        </a:p>
      </dgm:t>
    </dgm:pt>
    <dgm:pt modelId="{BFCDBD58-CF0B-404C-9F6B-9D4ABE861449}">
      <dgm:prSet phldrT="[Text]"/>
      <dgm:spPr/>
      <dgm:t>
        <a:bodyPr/>
        <a:lstStyle/>
        <a:p>
          <a:r>
            <a:rPr lang="en-US" b="1" dirty="0"/>
            <a:t>Automatically selected the best-performing machine learning model.</a:t>
          </a:r>
        </a:p>
      </dgm:t>
    </dgm:pt>
    <dgm:pt modelId="{0008EE43-3297-4AAE-B177-212F73BAF17A}" type="parTrans" cxnId="{F6293797-4595-4C01-83FA-24B5362DE5BB}">
      <dgm:prSet/>
      <dgm:spPr/>
      <dgm:t>
        <a:bodyPr/>
        <a:lstStyle/>
        <a:p>
          <a:endParaRPr lang="en-US" b="1"/>
        </a:p>
      </dgm:t>
    </dgm:pt>
    <dgm:pt modelId="{BDBE72D4-7563-428C-8FDA-A0D8C2A08539}" type="sibTrans" cxnId="{F6293797-4595-4C01-83FA-24B5362DE5BB}">
      <dgm:prSet/>
      <dgm:spPr/>
      <dgm:t>
        <a:bodyPr/>
        <a:lstStyle/>
        <a:p>
          <a:endParaRPr lang="en-US" b="1"/>
        </a:p>
      </dgm:t>
    </dgm:pt>
    <dgm:pt modelId="{44EE4500-CCB3-4F0A-A54B-696AF6238AFE}">
      <dgm:prSet/>
      <dgm:spPr/>
      <dgm:t>
        <a:bodyPr/>
        <a:lstStyle/>
        <a:p>
          <a:r>
            <a:rPr lang="en-US" b="1"/>
            <a:t>Provided interactive visualizations and dataset insights.</a:t>
          </a:r>
        </a:p>
      </dgm:t>
    </dgm:pt>
    <dgm:pt modelId="{8BBA4D76-669D-4621-AD83-574933868027}" type="parTrans" cxnId="{FB102E95-98D5-4C10-9ECA-02101673C8D5}">
      <dgm:prSet/>
      <dgm:spPr/>
      <dgm:t>
        <a:bodyPr/>
        <a:lstStyle/>
        <a:p>
          <a:endParaRPr lang="en-US" b="1"/>
        </a:p>
      </dgm:t>
    </dgm:pt>
    <dgm:pt modelId="{00428380-156E-4948-9AF7-7AC49225C40B}" type="sibTrans" cxnId="{FB102E95-98D5-4C10-9ECA-02101673C8D5}">
      <dgm:prSet/>
      <dgm:spPr/>
      <dgm:t>
        <a:bodyPr/>
        <a:lstStyle/>
        <a:p>
          <a:endParaRPr lang="en-US" b="1"/>
        </a:p>
      </dgm:t>
    </dgm:pt>
    <dgm:pt modelId="{D581C672-4B61-4C27-AE35-80B60F5B4D8C}">
      <dgm:prSet/>
      <dgm:spPr/>
      <dgm:t>
        <a:bodyPr/>
        <a:lstStyle/>
        <a:p>
          <a:r>
            <a:rPr lang="en-US" b="1"/>
            <a:t>Offered a user-friendly web interface for easy access.</a:t>
          </a:r>
        </a:p>
      </dgm:t>
    </dgm:pt>
    <dgm:pt modelId="{2309F24F-DAC5-4776-BC43-AEBD052AC328}" type="parTrans" cxnId="{A2F1A978-9D2C-4588-8895-1ADEC3434877}">
      <dgm:prSet/>
      <dgm:spPr/>
      <dgm:t>
        <a:bodyPr/>
        <a:lstStyle/>
        <a:p>
          <a:endParaRPr lang="en-US" b="1"/>
        </a:p>
      </dgm:t>
    </dgm:pt>
    <dgm:pt modelId="{8D8FFB27-CDB0-4D83-A7C9-F28DB0EB5808}" type="sibTrans" cxnId="{A2F1A978-9D2C-4588-8895-1ADEC3434877}">
      <dgm:prSet/>
      <dgm:spPr/>
      <dgm:t>
        <a:bodyPr/>
        <a:lstStyle/>
        <a:p>
          <a:endParaRPr lang="en-US" b="1"/>
        </a:p>
      </dgm:t>
    </dgm:pt>
    <dgm:pt modelId="{0FC09129-A099-417F-B5C7-8B4533BDE019}">
      <dgm:prSet/>
      <dgm:spPr/>
      <dgm:t>
        <a:bodyPr/>
        <a:lstStyle/>
        <a:p>
          <a:r>
            <a:rPr lang="en-US" b="1"/>
            <a:t>Enabled secure User and Administrator portals.</a:t>
          </a:r>
        </a:p>
      </dgm:t>
    </dgm:pt>
    <dgm:pt modelId="{3A3E6AFC-C0DC-47C6-912E-65B073F6B9DF}" type="parTrans" cxnId="{2C4009A7-538B-4DAA-92E6-43AD83A6891F}">
      <dgm:prSet/>
      <dgm:spPr/>
      <dgm:t>
        <a:bodyPr/>
        <a:lstStyle/>
        <a:p>
          <a:endParaRPr lang="en-US" b="1"/>
        </a:p>
      </dgm:t>
    </dgm:pt>
    <dgm:pt modelId="{01F64C75-55EA-4043-821C-E428E671D9B0}" type="sibTrans" cxnId="{2C4009A7-538B-4DAA-92E6-43AD83A6891F}">
      <dgm:prSet/>
      <dgm:spPr/>
      <dgm:t>
        <a:bodyPr/>
        <a:lstStyle/>
        <a:p>
          <a:endParaRPr lang="en-US" b="1"/>
        </a:p>
      </dgm:t>
    </dgm:pt>
    <dgm:pt modelId="{39706C18-855A-4904-B9E2-57F4725F0DE7}">
      <dgm:prSet/>
      <dgm:spPr/>
      <dgm:t>
        <a:bodyPr/>
        <a:lstStyle/>
        <a:p>
          <a:r>
            <a:rPr lang="en-US" b="1"/>
            <a:t>Supported cleaned dataset export for further analysis.</a:t>
          </a:r>
        </a:p>
      </dgm:t>
    </dgm:pt>
    <dgm:pt modelId="{EB3B1ED2-9211-4A5D-AB88-41FDE58E0B34}" type="parTrans" cxnId="{FFDB98B4-E48C-455D-9013-F341EB958416}">
      <dgm:prSet/>
      <dgm:spPr/>
      <dgm:t>
        <a:bodyPr/>
        <a:lstStyle/>
        <a:p>
          <a:endParaRPr lang="en-US" b="1"/>
        </a:p>
      </dgm:t>
    </dgm:pt>
    <dgm:pt modelId="{8A0389A4-2EEC-4392-A7BB-4881E2D9FE03}" type="sibTrans" cxnId="{FFDB98B4-E48C-455D-9013-F341EB958416}">
      <dgm:prSet/>
      <dgm:spPr/>
      <dgm:t>
        <a:bodyPr/>
        <a:lstStyle/>
        <a:p>
          <a:endParaRPr lang="en-US" b="1"/>
        </a:p>
      </dgm:t>
    </dgm:pt>
    <dgm:pt modelId="{A11E077B-FEAD-43C6-A187-3D7CE2179BD2}" type="pres">
      <dgm:prSet presAssocID="{D08BA63C-D668-4D59-947E-F7CDBE2CAD00}" presName="CompostProcess" presStyleCnt="0">
        <dgm:presLayoutVars>
          <dgm:dir/>
          <dgm:resizeHandles val="exact"/>
        </dgm:presLayoutVars>
      </dgm:prSet>
      <dgm:spPr/>
    </dgm:pt>
    <dgm:pt modelId="{97285390-B0D5-41BB-BA04-4F29720A0058}" type="pres">
      <dgm:prSet presAssocID="{D08BA63C-D668-4D59-947E-F7CDBE2CAD00}" presName="arrow" presStyleLbl="bgShp" presStyleIdx="0" presStyleCnt="1"/>
      <dgm:spPr/>
    </dgm:pt>
    <dgm:pt modelId="{A735A478-506D-4835-B13F-FDA7AEB54756}" type="pres">
      <dgm:prSet presAssocID="{D08BA63C-D668-4D59-947E-F7CDBE2CAD00}" presName="linearProcess" presStyleCnt="0"/>
      <dgm:spPr/>
    </dgm:pt>
    <dgm:pt modelId="{6D47722E-D829-4B04-ABFA-7FC0370B55B2}" type="pres">
      <dgm:prSet presAssocID="{9472A641-3715-4B2E-8618-93E7BA411CE7}" presName="textNode" presStyleLbl="node1" presStyleIdx="0" presStyleCnt="7">
        <dgm:presLayoutVars>
          <dgm:bulletEnabled val="1"/>
        </dgm:presLayoutVars>
      </dgm:prSet>
      <dgm:spPr/>
    </dgm:pt>
    <dgm:pt modelId="{D4510213-B19F-487A-B3AC-86B8CC8A1607}" type="pres">
      <dgm:prSet presAssocID="{D0B7DACF-714F-45AD-B9B2-99F6861A85CC}" presName="sibTrans" presStyleCnt="0"/>
      <dgm:spPr/>
    </dgm:pt>
    <dgm:pt modelId="{82106E52-B6C2-4682-852A-905E2C6785D8}" type="pres">
      <dgm:prSet presAssocID="{C8F7A5EC-4D76-403F-B530-1A709F7BB41A}" presName="textNode" presStyleLbl="node1" presStyleIdx="1" presStyleCnt="7">
        <dgm:presLayoutVars>
          <dgm:bulletEnabled val="1"/>
        </dgm:presLayoutVars>
      </dgm:prSet>
      <dgm:spPr/>
    </dgm:pt>
    <dgm:pt modelId="{86A94EB1-194A-489D-BA87-F104FE82F54D}" type="pres">
      <dgm:prSet presAssocID="{F787284C-3159-4070-A9BF-BF6570462452}" presName="sibTrans" presStyleCnt="0"/>
      <dgm:spPr/>
    </dgm:pt>
    <dgm:pt modelId="{BFCA3B78-B76D-42F1-9537-D9AEE62CC55C}" type="pres">
      <dgm:prSet presAssocID="{BFCDBD58-CF0B-404C-9F6B-9D4ABE861449}" presName="textNode" presStyleLbl="node1" presStyleIdx="2" presStyleCnt="7">
        <dgm:presLayoutVars>
          <dgm:bulletEnabled val="1"/>
        </dgm:presLayoutVars>
      </dgm:prSet>
      <dgm:spPr/>
    </dgm:pt>
    <dgm:pt modelId="{B179F05D-A421-4A04-BB7F-6CB85221E487}" type="pres">
      <dgm:prSet presAssocID="{BDBE72D4-7563-428C-8FDA-A0D8C2A08539}" presName="sibTrans" presStyleCnt="0"/>
      <dgm:spPr/>
    </dgm:pt>
    <dgm:pt modelId="{85E222E0-9E1B-4224-B4BC-DC24B5315402}" type="pres">
      <dgm:prSet presAssocID="{44EE4500-CCB3-4F0A-A54B-696AF6238AFE}" presName="textNode" presStyleLbl="node1" presStyleIdx="3" presStyleCnt="7">
        <dgm:presLayoutVars>
          <dgm:bulletEnabled val="1"/>
        </dgm:presLayoutVars>
      </dgm:prSet>
      <dgm:spPr/>
    </dgm:pt>
    <dgm:pt modelId="{949BC78E-8A6C-4DB3-B9F7-50B48EE1F6F1}" type="pres">
      <dgm:prSet presAssocID="{00428380-156E-4948-9AF7-7AC49225C40B}" presName="sibTrans" presStyleCnt="0"/>
      <dgm:spPr/>
    </dgm:pt>
    <dgm:pt modelId="{FEE0A47F-E743-4694-8D70-5FEF7EE48392}" type="pres">
      <dgm:prSet presAssocID="{D581C672-4B61-4C27-AE35-80B60F5B4D8C}" presName="textNode" presStyleLbl="node1" presStyleIdx="4" presStyleCnt="7">
        <dgm:presLayoutVars>
          <dgm:bulletEnabled val="1"/>
        </dgm:presLayoutVars>
      </dgm:prSet>
      <dgm:spPr/>
    </dgm:pt>
    <dgm:pt modelId="{C0AAE9A5-9CC6-4DF3-93E7-A79065B67416}" type="pres">
      <dgm:prSet presAssocID="{8D8FFB27-CDB0-4D83-A7C9-F28DB0EB5808}" presName="sibTrans" presStyleCnt="0"/>
      <dgm:spPr/>
    </dgm:pt>
    <dgm:pt modelId="{04392C43-0EC8-4F33-B57D-679D1BCAF4D4}" type="pres">
      <dgm:prSet presAssocID="{0FC09129-A099-417F-B5C7-8B4533BDE019}" presName="textNode" presStyleLbl="node1" presStyleIdx="5" presStyleCnt="7">
        <dgm:presLayoutVars>
          <dgm:bulletEnabled val="1"/>
        </dgm:presLayoutVars>
      </dgm:prSet>
      <dgm:spPr/>
    </dgm:pt>
    <dgm:pt modelId="{083E3C73-533B-443F-BD90-43A953BE8E41}" type="pres">
      <dgm:prSet presAssocID="{01F64C75-55EA-4043-821C-E428E671D9B0}" presName="sibTrans" presStyleCnt="0"/>
      <dgm:spPr/>
    </dgm:pt>
    <dgm:pt modelId="{003A54E1-4402-42B7-81F5-36EEC539D023}" type="pres">
      <dgm:prSet presAssocID="{39706C18-855A-4904-B9E2-57F4725F0DE7}" presName="textNode" presStyleLbl="node1" presStyleIdx="6" presStyleCnt="7">
        <dgm:presLayoutVars>
          <dgm:bulletEnabled val="1"/>
        </dgm:presLayoutVars>
      </dgm:prSet>
      <dgm:spPr/>
    </dgm:pt>
  </dgm:ptLst>
  <dgm:cxnLst>
    <dgm:cxn modelId="{D4F0CD19-D576-41EA-9841-FBA5E321F739}" type="presOf" srcId="{39706C18-855A-4904-B9E2-57F4725F0DE7}" destId="{003A54E1-4402-42B7-81F5-36EEC539D023}" srcOrd="0" destOrd="0" presId="urn:microsoft.com/office/officeart/2005/8/layout/hProcess9"/>
    <dgm:cxn modelId="{DF24F830-C47A-4034-973E-1CE6CA18F8D7}" type="presOf" srcId="{44EE4500-CCB3-4F0A-A54B-696AF6238AFE}" destId="{85E222E0-9E1B-4224-B4BC-DC24B5315402}" srcOrd="0" destOrd="0" presId="urn:microsoft.com/office/officeart/2005/8/layout/hProcess9"/>
    <dgm:cxn modelId="{7C5BBD74-DE2F-4582-B2ED-FC55CEAFABBD}" type="presOf" srcId="{C8F7A5EC-4D76-403F-B530-1A709F7BB41A}" destId="{82106E52-B6C2-4682-852A-905E2C6785D8}" srcOrd="0" destOrd="0" presId="urn:microsoft.com/office/officeart/2005/8/layout/hProcess9"/>
    <dgm:cxn modelId="{A2F1A978-9D2C-4588-8895-1ADEC3434877}" srcId="{D08BA63C-D668-4D59-947E-F7CDBE2CAD00}" destId="{D581C672-4B61-4C27-AE35-80B60F5B4D8C}" srcOrd="4" destOrd="0" parTransId="{2309F24F-DAC5-4776-BC43-AEBD052AC328}" sibTransId="{8D8FFB27-CDB0-4D83-A7C9-F28DB0EB5808}"/>
    <dgm:cxn modelId="{FB102E95-98D5-4C10-9ECA-02101673C8D5}" srcId="{D08BA63C-D668-4D59-947E-F7CDBE2CAD00}" destId="{44EE4500-CCB3-4F0A-A54B-696AF6238AFE}" srcOrd="3" destOrd="0" parTransId="{8BBA4D76-669D-4621-AD83-574933868027}" sibTransId="{00428380-156E-4948-9AF7-7AC49225C40B}"/>
    <dgm:cxn modelId="{F6293797-4595-4C01-83FA-24B5362DE5BB}" srcId="{D08BA63C-D668-4D59-947E-F7CDBE2CAD00}" destId="{BFCDBD58-CF0B-404C-9F6B-9D4ABE861449}" srcOrd="2" destOrd="0" parTransId="{0008EE43-3297-4AAE-B177-212F73BAF17A}" sibTransId="{BDBE72D4-7563-428C-8FDA-A0D8C2A08539}"/>
    <dgm:cxn modelId="{2C4009A7-538B-4DAA-92E6-43AD83A6891F}" srcId="{D08BA63C-D668-4D59-947E-F7CDBE2CAD00}" destId="{0FC09129-A099-417F-B5C7-8B4533BDE019}" srcOrd="5" destOrd="0" parTransId="{3A3E6AFC-C0DC-47C6-912E-65B073F6B9DF}" sibTransId="{01F64C75-55EA-4043-821C-E428E671D9B0}"/>
    <dgm:cxn modelId="{FFDB98B4-E48C-455D-9013-F341EB958416}" srcId="{D08BA63C-D668-4D59-947E-F7CDBE2CAD00}" destId="{39706C18-855A-4904-B9E2-57F4725F0DE7}" srcOrd="6" destOrd="0" parTransId="{EB3B1ED2-9211-4A5D-AB88-41FDE58E0B34}" sibTransId="{8A0389A4-2EEC-4392-A7BB-4881E2D9FE03}"/>
    <dgm:cxn modelId="{A86E03B5-AF18-4292-8927-FBCF71F67B8D}" type="presOf" srcId="{9472A641-3715-4B2E-8618-93E7BA411CE7}" destId="{6D47722E-D829-4B04-ABFA-7FC0370B55B2}" srcOrd="0" destOrd="0" presId="urn:microsoft.com/office/officeart/2005/8/layout/hProcess9"/>
    <dgm:cxn modelId="{5C6F63BA-E5DA-4015-A9BE-8D4478D466CA}" srcId="{D08BA63C-D668-4D59-947E-F7CDBE2CAD00}" destId="{C8F7A5EC-4D76-403F-B530-1A709F7BB41A}" srcOrd="1" destOrd="0" parTransId="{6513F1A1-C579-4C4A-A3AE-26B335DEDA56}" sibTransId="{F787284C-3159-4070-A9BF-BF6570462452}"/>
    <dgm:cxn modelId="{E351B1BC-16C9-49B8-B5CF-2029626CEE0B}" type="presOf" srcId="{BFCDBD58-CF0B-404C-9F6B-9D4ABE861449}" destId="{BFCA3B78-B76D-42F1-9537-D9AEE62CC55C}" srcOrd="0" destOrd="0" presId="urn:microsoft.com/office/officeart/2005/8/layout/hProcess9"/>
    <dgm:cxn modelId="{C9288AD2-3603-4BEB-8935-4118B285CB8E}" srcId="{D08BA63C-D668-4D59-947E-F7CDBE2CAD00}" destId="{9472A641-3715-4B2E-8618-93E7BA411CE7}" srcOrd="0" destOrd="0" parTransId="{2A8937C4-2377-4018-9A1D-F5173DA70BC9}" sibTransId="{D0B7DACF-714F-45AD-B9B2-99F6861A85CC}"/>
    <dgm:cxn modelId="{3B1F1DE5-2FED-412E-A735-606967E08E15}" type="presOf" srcId="{0FC09129-A099-417F-B5C7-8B4533BDE019}" destId="{04392C43-0EC8-4F33-B57D-679D1BCAF4D4}" srcOrd="0" destOrd="0" presId="urn:microsoft.com/office/officeart/2005/8/layout/hProcess9"/>
    <dgm:cxn modelId="{0C1D02E6-F391-41E8-A3A3-ACFDA6A5992E}" type="presOf" srcId="{D08BA63C-D668-4D59-947E-F7CDBE2CAD00}" destId="{A11E077B-FEAD-43C6-A187-3D7CE2179BD2}" srcOrd="0" destOrd="0" presId="urn:microsoft.com/office/officeart/2005/8/layout/hProcess9"/>
    <dgm:cxn modelId="{F343DAED-FF85-41E9-81A1-05BDC5B0E755}" type="presOf" srcId="{D581C672-4B61-4C27-AE35-80B60F5B4D8C}" destId="{FEE0A47F-E743-4694-8D70-5FEF7EE48392}" srcOrd="0" destOrd="0" presId="urn:microsoft.com/office/officeart/2005/8/layout/hProcess9"/>
    <dgm:cxn modelId="{A074146C-86C5-44FB-B150-B75DD95C91B9}" type="presParOf" srcId="{A11E077B-FEAD-43C6-A187-3D7CE2179BD2}" destId="{97285390-B0D5-41BB-BA04-4F29720A0058}" srcOrd="0" destOrd="0" presId="urn:microsoft.com/office/officeart/2005/8/layout/hProcess9"/>
    <dgm:cxn modelId="{1E8C36B4-8BAB-4478-A0A4-72097FD622EF}" type="presParOf" srcId="{A11E077B-FEAD-43C6-A187-3D7CE2179BD2}" destId="{A735A478-506D-4835-B13F-FDA7AEB54756}" srcOrd="1" destOrd="0" presId="urn:microsoft.com/office/officeart/2005/8/layout/hProcess9"/>
    <dgm:cxn modelId="{05406AB1-3C7B-4000-AAB0-33F419B25000}" type="presParOf" srcId="{A735A478-506D-4835-B13F-FDA7AEB54756}" destId="{6D47722E-D829-4B04-ABFA-7FC0370B55B2}" srcOrd="0" destOrd="0" presId="urn:microsoft.com/office/officeart/2005/8/layout/hProcess9"/>
    <dgm:cxn modelId="{A7D68CE3-8E18-4BAD-B8CE-078D92D7851B}" type="presParOf" srcId="{A735A478-506D-4835-B13F-FDA7AEB54756}" destId="{D4510213-B19F-487A-B3AC-86B8CC8A1607}" srcOrd="1" destOrd="0" presId="urn:microsoft.com/office/officeart/2005/8/layout/hProcess9"/>
    <dgm:cxn modelId="{86016C88-84A1-45DD-A7FC-E1E006914700}" type="presParOf" srcId="{A735A478-506D-4835-B13F-FDA7AEB54756}" destId="{82106E52-B6C2-4682-852A-905E2C6785D8}" srcOrd="2" destOrd="0" presId="urn:microsoft.com/office/officeart/2005/8/layout/hProcess9"/>
    <dgm:cxn modelId="{7AC2BD3A-85C6-48BD-81FF-B79D03FC3418}" type="presParOf" srcId="{A735A478-506D-4835-B13F-FDA7AEB54756}" destId="{86A94EB1-194A-489D-BA87-F104FE82F54D}" srcOrd="3" destOrd="0" presId="urn:microsoft.com/office/officeart/2005/8/layout/hProcess9"/>
    <dgm:cxn modelId="{AEBCA18B-A035-4A28-98A9-A83B8190F7AE}" type="presParOf" srcId="{A735A478-506D-4835-B13F-FDA7AEB54756}" destId="{BFCA3B78-B76D-42F1-9537-D9AEE62CC55C}" srcOrd="4" destOrd="0" presId="urn:microsoft.com/office/officeart/2005/8/layout/hProcess9"/>
    <dgm:cxn modelId="{E31FFFA9-57ED-4ED2-9A8F-E43B00ABBB39}" type="presParOf" srcId="{A735A478-506D-4835-B13F-FDA7AEB54756}" destId="{B179F05D-A421-4A04-BB7F-6CB85221E487}" srcOrd="5" destOrd="0" presId="urn:microsoft.com/office/officeart/2005/8/layout/hProcess9"/>
    <dgm:cxn modelId="{9A1D0BD7-E9BF-4271-93FF-1098BD32BCF4}" type="presParOf" srcId="{A735A478-506D-4835-B13F-FDA7AEB54756}" destId="{85E222E0-9E1B-4224-B4BC-DC24B5315402}" srcOrd="6" destOrd="0" presId="urn:microsoft.com/office/officeart/2005/8/layout/hProcess9"/>
    <dgm:cxn modelId="{F1401FA7-E993-43C2-910E-55796A9E7438}" type="presParOf" srcId="{A735A478-506D-4835-B13F-FDA7AEB54756}" destId="{949BC78E-8A6C-4DB3-B9F7-50B48EE1F6F1}" srcOrd="7" destOrd="0" presId="urn:microsoft.com/office/officeart/2005/8/layout/hProcess9"/>
    <dgm:cxn modelId="{11E5E34E-540F-4381-A82C-3B36A0824B8D}" type="presParOf" srcId="{A735A478-506D-4835-B13F-FDA7AEB54756}" destId="{FEE0A47F-E743-4694-8D70-5FEF7EE48392}" srcOrd="8" destOrd="0" presId="urn:microsoft.com/office/officeart/2005/8/layout/hProcess9"/>
    <dgm:cxn modelId="{0C3A0B06-5DC6-45FD-9FD6-7CC46C552CEC}" type="presParOf" srcId="{A735A478-506D-4835-B13F-FDA7AEB54756}" destId="{C0AAE9A5-9CC6-4DF3-93E7-A79065B67416}" srcOrd="9" destOrd="0" presId="urn:microsoft.com/office/officeart/2005/8/layout/hProcess9"/>
    <dgm:cxn modelId="{FDFE6922-0E08-4290-8C62-85FA0F5319B9}" type="presParOf" srcId="{A735A478-506D-4835-B13F-FDA7AEB54756}" destId="{04392C43-0EC8-4F33-B57D-679D1BCAF4D4}" srcOrd="10" destOrd="0" presId="urn:microsoft.com/office/officeart/2005/8/layout/hProcess9"/>
    <dgm:cxn modelId="{3DE4CD3F-2A7F-4FF4-8223-7BB2F051857E}" type="presParOf" srcId="{A735A478-506D-4835-B13F-FDA7AEB54756}" destId="{083E3C73-533B-443F-BD90-43A953BE8E41}" srcOrd="11" destOrd="0" presId="urn:microsoft.com/office/officeart/2005/8/layout/hProcess9"/>
    <dgm:cxn modelId="{534DA6E7-E088-4728-80D7-B51ABD6B573E}" type="presParOf" srcId="{A735A478-506D-4835-B13F-FDA7AEB54756}" destId="{003A54E1-4402-42B7-81F5-36EEC539D023}" srcOrd="1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98AC48-BE71-4BBE-8D3D-0A0A3873CB8E}">
      <dsp:nvSpPr>
        <dsp:cNvPr id="0" name=""/>
        <dsp:cNvSpPr/>
      </dsp:nvSpPr>
      <dsp:spPr>
        <a:xfrm>
          <a:off x="682813" y="614"/>
          <a:ext cx="1793772" cy="10762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mj-lt"/>
            <a:buNone/>
          </a:pPr>
          <a:r>
            <a:rPr lang="en-US" sz="1600" kern="1200" dirty="0">
              <a:latin typeface="Calibri" panose="020F0502020204030204" pitchFamily="34" charset="0"/>
              <a:ea typeface="Calibri" panose="020F0502020204030204" pitchFamily="34" charset="0"/>
              <a:cs typeface="Calibri" panose="020F0502020204030204" pitchFamily="34" charset="0"/>
            </a:rPr>
            <a:t>Time-consuming data preparation </a:t>
          </a:r>
          <a:endParaRPr lang="en-US" sz="1600" kern="1200" dirty="0"/>
        </a:p>
      </dsp:txBody>
      <dsp:txXfrm>
        <a:off x="682813" y="614"/>
        <a:ext cx="1793772" cy="1076263"/>
      </dsp:txXfrm>
    </dsp:sp>
    <dsp:sp modelId="{413457DA-AD69-4D70-97F7-4AC3CAEA96CC}">
      <dsp:nvSpPr>
        <dsp:cNvPr id="0" name=""/>
        <dsp:cNvSpPr/>
      </dsp:nvSpPr>
      <dsp:spPr>
        <a:xfrm>
          <a:off x="2655962" y="614"/>
          <a:ext cx="1793772" cy="10762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mj-lt"/>
            <a:buNone/>
          </a:pPr>
          <a:r>
            <a:rPr lang="en-US" sz="1600" kern="1200" dirty="0">
              <a:latin typeface="Calibri" panose="020F0502020204030204" pitchFamily="34" charset="0"/>
              <a:ea typeface="Calibri" panose="020F0502020204030204" pitchFamily="34" charset="0"/>
              <a:cs typeface="Calibri" panose="020F0502020204030204" pitchFamily="34" charset="0"/>
            </a:rPr>
            <a:t>Dependency on multiple software tools </a:t>
          </a:r>
          <a:endParaRPr lang="en-US" sz="1600" kern="1200" dirty="0"/>
        </a:p>
      </dsp:txBody>
      <dsp:txXfrm>
        <a:off x="2655962" y="614"/>
        <a:ext cx="1793772" cy="1076263"/>
      </dsp:txXfrm>
    </dsp:sp>
    <dsp:sp modelId="{D0F0A5FD-5B88-4BAD-A9EA-D6BB9ACC7F70}">
      <dsp:nvSpPr>
        <dsp:cNvPr id="0" name=""/>
        <dsp:cNvSpPr/>
      </dsp:nvSpPr>
      <dsp:spPr>
        <a:xfrm>
          <a:off x="4629112" y="614"/>
          <a:ext cx="1793772" cy="10762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mj-lt"/>
            <a:buNone/>
          </a:pPr>
          <a:r>
            <a:rPr lang="en-US" sz="1600" kern="1200" dirty="0">
              <a:latin typeface="Calibri" panose="020F0502020204030204" pitchFamily="34" charset="0"/>
              <a:ea typeface="Calibri" panose="020F0502020204030204" pitchFamily="34" charset="0"/>
              <a:cs typeface="Calibri" panose="020F0502020204030204" pitchFamily="34" charset="0"/>
            </a:rPr>
            <a:t>Manual preprocessing and feature engineering </a:t>
          </a:r>
          <a:endParaRPr lang="en-US" sz="1600" kern="1200" dirty="0"/>
        </a:p>
      </dsp:txBody>
      <dsp:txXfrm>
        <a:off x="4629112" y="614"/>
        <a:ext cx="1793772" cy="1076263"/>
      </dsp:txXfrm>
    </dsp:sp>
    <dsp:sp modelId="{63BB04DB-C19E-435A-833C-9A838FDF058E}">
      <dsp:nvSpPr>
        <dsp:cNvPr id="0" name=""/>
        <dsp:cNvSpPr/>
      </dsp:nvSpPr>
      <dsp:spPr>
        <a:xfrm>
          <a:off x="682813" y="1256255"/>
          <a:ext cx="1793772" cy="10762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ea typeface="Calibri" panose="020F0502020204030204" pitchFamily="34" charset="0"/>
              <a:cs typeface="Calibri" panose="020F0502020204030204" pitchFamily="34" charset="0"/>
            </a:rPr>
            <a:t>Complex machine learning model selection </a:t>
          </a:r>
          <a:endParaRPr lang="en-US" sz="1600" kern="1200" dirty="0"/>
        </a:p>
      </dsp:txBody>
      <dsp:txXfrm>
        <a:off x="682813" y="1256255"/>
        <a:ext cx="1793772" cy="1076263"/>
      </dsp:txXfrm>
    </dsp:sp>
    <dsp:sp modelId="{DB79C6D7-DFCB-4BA0-921E-4973EA2DF590}">
      <dsp:nvSpPr>
        <dsp:cNvPr id="0" name=""/>
        <dsp:cNvSpPr/>
      </dsp:nvSpPr>
      <dsp:spPr>
        <a:xfrm>
          <a:off x="2655962" y="1256255"/>
          <a:ext cx="1793772" cy="10762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Calibri" panose="020F0502020204030204" pitchFamily="34" charset="0"/>
              <a:ea typeface="Calibri" panose="020F0502020204030204" pitchFamily="34" charset="0"/>
              <a:cs typeface="Calibri" panose="020F0502020204030204" pitchFamily="34" charset="0"/>
            </a:rPr>
            <a:t>Increased risk of human errors </a:t>
          </a:r>
          <a:endParaRPr lang="en-US" sz="1600" kern="1200" dirty="0"/>
        </a:p>
      </dsp:txBody>
      <dsp:txXfrm>
        <a:off x="2655962" y="1256255"/>
        <a:ext cx="1793772" cy="1076263"/>
      </dsp:txXfrm>
    </dsp:sp>
    <dsp:sp modelId="{65BEAF87-E874-4B9D-AC07-3B8AEE147F1B}">
      <dsp:nvSpPr>
        <dsp:cNvPr id="0" name=""/>
        <dsp:cNvSpPr/>
      </dsp:nvSpPr>
      <dsp:spPr>
        <a:xfrm>
          <a:off x="4629112" y="1256255"/>
          <a:ext cx="1793772" cy="1076263"/>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latin typeface="Calibri" panose="020F0502020204030204" pitchFamily="34" charset="0"/>
              <a:ea typeface="Calibri" panose="020F0502020204030204" pitchFamily="34" charset="0"/>
              <a:cs typeface="Calibri" panose="020F0502020204030204" pitchFamily="34" charset="0"/>
            </a:rPr>
            <a:t>Limited accessibility for non-programmers </a:t>
          </a:r>
          <a:endParaRPr lang="en-US" sz="1600" kern="1200" dirty="0">
            <a:latin typeface="Calibri" panose="020F0502020204030204" pitchFamily="34" charset="0"/>
            <a:ea typeface="Calibri" panose="020F0502020204030204" pitchFamily="34" charset="0"/>
            <a:cs typeface="Calibri" panose="020F0502020204030204" pitchFamily="34" charset="0"/>
          </a:endParaRPr>
        </a:p>
      </dsp:txBody>
      <dsp:txXfrm>
        <a:off x="4629112" y="1256255"/>
        <a:ext cx="1793772" cy="10762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7F5476-450D-471C-90A6-EE7D52A41873}">
      <dsp:nvSpPr>
        <dsp:cNvPr id="0" name=""/>
        <dsp:cNvSpPr/>
      </dsp:nvSpPr>
      <dsp:spPr>
        <a:xfrm>
          <a:off x="0" y="689315"/>
          <a:ext cx="1138577" cy="74719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Dataset Upload</a:t>
          </a:r>
        </a:p>
      </dsp:txBody>
      <dsp:txXfrm>
        <a:off x="21884" y="711199"/>
        <a:ext cx="1094809" cy="703423"/>
      </dsp:txXfrm>
    </dsp:sp>
    <dsp:sp modelId="{628913DC-A2A8-4F8F-A225-3276C7BC2885}">
      <dsp:nvSpPr>
        <dsp:cNvPr id="0" name=""/>
        <dsp:cNvSpPr/>
      </dsp:nvSpPr>
      <dsp:spPr>
        <a:xfrm>
          <a:off x="1252435" y="921727"/>
          <a:ext cx="241378" cy="2823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252435" y="978200"/>
        <a:ext cx="168965" cy="169421"/>
      </dsp:txXfrm>
    </dsp:sp>
    <dsp:sp modelId="{0BA5522C-38F5-46F5-A41B-CD3FD4B04018}">
      <dsp:nvSpPr>
        <dsp:cNvPr id="0" name=""/>
        <dsp:cNvSpPr/>
      </dsp:nvSpPr>
      <dsp:spPr>
        <a:xfrm>
          <a:off x="1594008" y="689315"/>
          <a:ext cx="1138577" cy="74719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Data Analysis</a:t>
          </a:r>
        </a:p>
      </dsp:txBody>
      <dsp:txXfrm>
        <a:off x="1615892" y="711199"/>
        <a:ext cx="1094809" cy="703423"/>
      </dsp:txXfrm>
    </dsp:sp>
    <dsp:sp modelId="{F9BAE46E-3468-4215-96D1-C6B1241C5ED7}">
      <dsp:nvSpPr>
        <dsp:cNvPr id="0" name=""/>
        <dsp:cNvSpPr/>
      </dsp:nvSpPr>
      <dsp:spPr>
        <a:xfrm>
          <a:off x="2846444" y="921727"/>
          <a:ext cx="241378" cy="2823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846444" y="978200"/>
        <a:ext cx="168965" cy="169421"/>
      </dsp:txXfrm>
    </dsp:sp>
    <dsp:sp modelId="{50D87DB1-A1C0-47E9-978D-E0ACF2101F27}">
      <dsp:nvSpPr>
        <dsp:cNvPr id="0" name=""/>
        <dsp:cNvSpPr/>
      </dsp:nvSpPr>
      <dsp:spPr>
        <a:xfrm>
          <a:off x="3188017" y="689315"/>
          <a:ext cx="1138577" cy="74719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Data Cleaning &amp; Preprocessing</a:t>
          </a:r>
        </a:p>
      </dsp:txBody>
      <dsp:txXfrm>
        <a:off x="3209901" y="711199"/>
        <a:ext cx="1094809" cy="703423"/>
      </dsp:txXfrm>
    </dsp:sp>
    <dsp:sp modelId="{1E969DA3-FFF0-478B-A45B-FD41FEEA7ACD}">
      <dsp:nvSpPr>
        <dsp:cNvPr id="0" name=""/>
        <dsp:cNvSpPr/>
      </dsp:nvSpPr>
      <dsp:spPr>
        <a:xfrm>
          <a:off x="4440452" y="921727"/>
          <a:ext cx="241378" cy="2823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4440452" y="978200"/>
        <a:ext cx="168965" cy="169421"/>
      </dsp:txXfrm>
    </dsp:sp>
    <dsp:sp modelId="{ACDD250C-60DF-4B4D-A023-80EAECCD1844}">
      <dsp:nvSpPr>
        <dsp:cNvPr id="0" name=""/>
        <dsp:cNvSpPr/>
      </dsp:nvSpPr>
      <dsp:spPr>
        <a:xfrm>
          <a:off x="4782026" y="689315"/>
          <a:ext cx="1138577" cy="74719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Exploratory Data Analysis (EDA)</a:t>
          </a:r>
        </a:p>
      </dsp:txBody>
      <dsp:txXfrm>
        <a:off x="4803910" y="711199"/>
        <a:ext cx="1094809" cy="703423"/>
      </dsp:txXfrm>
    </dsp:sp>
    <dsp:sp modelId="{637DE24E-087A-4BD8-9D3E-594292D7AB8E}">
      <dsp:nvSpPr>
        <dsp:cNvPr id="0" name=""/>
        <dsp:cNvSpPr/>
      </dsp:nvSpPr>
      <dsp:spPr>
        <a:xfrm>
          <a:off x="6034461" y="921727"/>
          <a:ext cx="241378" cy="2823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6034461" y="978200"/>
        <a:ext cx="168965" cy="169421"/>
      </dsp:txXfrm>
    </dsp:sp>
    <dsp:sp modelId="{2F0391FB-B9B5-4C3F-8C04-CF779350D577}">
      <dsp:nvSpPr>
        <dsp:cNvPr id="0" name=""/>
        <dsp:cNvSpPr/>
      </dsp:nvSpPr>
      <dsp:spPr>
        <a:xfrm>
          <a:off x="6376034" y="689315"/>
          <a:ext cx="1138577" cy="74719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Automated Machine Learning (Auto ML)</a:t>
          </a:r>
        </a:p>
      </dsp:txBody>
      <dsp:txXfrm>
        <a:off x="6397918" y="711199"/>
        <a:ext cx="1094809" cy="703423"/>
      </dsp:txXfrm>
    </dsp:sp>
    <dsp:sp modelId="{2398D018-9940-425E-80CF-F2790B555D79}">
      <dsp:nvSpPr>
        <dsp:cNvPr id="0" name=""/>
        <dsp:cNvSpPr/>
      </dsp:nvSpPr>
      <dsp:spPr>
        <a:xfrm>
          <a:off x="7628470" y="921727"/>
          <a:ext cx="241378" cy="2823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628470" y="978200"/>
        <a:ext cx="168965" cy="169421"/>
      </dsp:txXfrm>
    </dsp:sp>
    <dsp:sp modelId="{47879206-FB7B-43AF-9C8B-877D35573CC8}">
      <dsp:nvSpPr>
        <dsp:cNvPr id="0" name=""/>
        <dsp:cNvSpPr/>
      </dsp:nvSpPr>
      <dsp:spPr>
        <a:xfrm>
          <a:off x="7970043" y="689315"/>
          <a:ext cx="1138577" cy="74719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Prediction &amp; Results</a:t>
          </a:r>
        </a:p>
      </dsp:txBody>
      <dsp:txXfrm>
        <a:off x="7991927" y="711199"/>
        <a:ext cx="1094809" cy="7034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285390-B0D5-41BB-BA04-4F29720A0058}">
      <dsp:nvSpPr>
        <dsp:cNvPr id="0" name=""/>
        <dsp:cNvSpPr/>
      </dsp:nvSpPr>
      <dsp:spPr>
        <a:xfrm>
          <a:off x="753056" y="0"/>
          <a:ext cx="8534637" cy="312027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47722E-D829-4B04-ABFA-7FC0370B55B2}">
      <dsp:nvSpPr>
        <dsp:cNvPr id="0" name=""/>
        <dsp:cNvSpPr/>
      </dsp:nvSpPr>
      <dsp:spPr>
        <a:xfrm>
          <a:off x="857" y="936081"/>
          <a:ext cx="1375210" cy="124810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Automated the complete data science workflow.</a:t>
          </a:r>
        </a:p>
      </dsp:txBody>
      <dsp:txXfrm>
        <a:off x="61785" y="997009"/>
        <a:ext cx="1253354" cy="1126252"/>
      </dsp:txXfrm>
    </dsp:sp>
    <dsp:sp modelId="{82106E52-B6C2-4682-852A-905E2C6785D8}">
      <dsp:nvSpPr>
        <dsp:cNvPr id="0" name=""/>
        <dsp:cNvSpPr/>
      </dsp:nvSpPr>
      <dsp:spPr>
        <a:xfrm>
          <a:off x="1444828" y="936081"/>
          <a:ext cx="1375210" cy="124810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Integrated data cleaning, preprocessing, EDA, and Auto ML in one platform.</a:t>
          </a:r>
        </a:p>
      </dsp:txBody>
      <dsp:txXfrm>
        <a:off x="1505756" y="997009"/>
        <a:ext cx="1253354" cy="1126252"/>
      </dsp:txXfrm>
    </dsp:sp>
    <dsp:sp modelId="{BFCA3B78-B76D-42F1-9537-D9AEE62CC55C}">
      <dsp:nvSpPr>
        <dsp:cNvPr id="0" name=""/>
        <dsp:cNvSpPr/>
      </dsp:nvSpPr>
      <dsp:spPr>
        <a:xfrm>
          <a:off x="2888799" y="936081"/>
          <a:ext cx="1375210" cy="124810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Automatically selected the best-performing machine learning model.</a:t>
          </a:r>
        </a:p>
      </dsp:txBody>
      <dsp:txXfrm>
        <a:off x="2949727" y="997009"/>
        <a:ext cx="1253354" cy="1126252"/>
      </dsp:txXfrm>
    </dsp:sp>
    <dsp:sp modelId="{85E222E0-9E1B-4224-B4BC-DC24B5315402}">
      <dsp:nvSpPr>
        <dsp:cNvPr id="0" name=""/>
        <dsp:cNvSpPr/>
      </dsp:nvSpPr>
      <dsp:spPr>
        <a:xfrm>
          <a:off x="4332769" y="936081"/>
          <a:ext cx="1375210" cy="124810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Provided interactive visualizations and dataset insights.</a:t>
          </a:r>
        </a:p>
      </dsp:txBody>
      <dsp:txXfrm>
        <a:off x="4393697" y="997009"/>
        <a:ext cx="1253354" cy="1126252"/>
      </dsp:txXfrm>
    </dsp:sp>
    <dsp:sp modelId="{FEE0A47F-E743-4694-8D70-5FEF7EE48392}">
      <dsp:nvSpPr>
        <dsp:cNvPr id="0" name=""/>
        <dsp:cNvSpPr/>
      </dsp:nvSpPr>
      <dsp:spPr>
        <a:xfrm>
          <a:off x="5776740" y="936081"/>
          <a:ext cx="1375210" cy="124810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Offered a user-friendly web interface for easy access.</a:t>
          </a:r>
        </a:p>
      </dsp:txBody>
      <dsp:txXfrm>
        <a:off x="5837668" y="997009"/>
        <a:ext cx="1253354" cy="1126252"/>
      </dsp:txXfrm>
    </dsp:sp>
    <dsp:sp modelId="{04392C43-0EC8-4F33-B57D-679D1BCAF4D4}">
      <dsp:nvSpPr>
        <dsp:cNvPr id="0" name=""/>
        <dsp:cNvSpPr/>
      </dsp:nvSpPr>
      <dsp:spPr>
        <a:xfrm>
          <a:off x="7220711" y="936081"/>
          <a:ext cx="1375210" cy="124810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Enabled secure User and Administrator portals.</a:t>
          </a:r>
        </a:p>
      </dsp:txBody>
      <dsp:txXfrm>
        <a:off x="7281639" y="997009"/>
        <a:ext cx="1253354" cy="1126252"/>
      </dsp:txXfrm>
    </dsp:sp>
    <dsp:sp modelId="{003A54E1-4402-42B7-81F5-36EEC539D023}">
      <dsp:nvSpPr>
        <dsp:cNvPr id="0" name=""/>
        <dsp:cNvSpPr/>
      </dsp:nvSpPr>
      <dsp:spPr>
        <a:xfrm>
          <a:off x="8664681" y="936081"/>
          <a:ext cx="1375210" cy="1248108"/>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Supported cleaned dataset export for further analysis.</a:t>
          </a:r>
        </a:p>
      </dsp:txBody>
      <dsp:txXfrm>
        <a:off x="8725609" y="997009"/>
        <a:ext cx="1253354" cy="112625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095E79-2252-4924-B34B-77DBFB11A257}"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2866892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095E79-2252-4924-B34B-77DBFB11A257}"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3114902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095E79-2252-4924-B34B-77DBFB11A257}"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4012544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095E79-2252-4924-B34B-77DBFB11A257}"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881880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095E79-2252-4924-B34B-77DBFB11A257}"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3005402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095E79-2252-4924-B34B-77DBFB11A257}"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2109821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095E79-2252-4924-B34B-77DBFB11A257}"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2972416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095E79-2252-4924-B34B-77DBFB11A257}"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2173201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095E79-2252-4924-B34B-77DBFB11A257}"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2868239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095E79-2252-4924-B34B-77DBFB11A257}"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364594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095E79-2252-4924-B34B-77DBFB11A257}"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613E61-C9F3-4CDB-86DB-4BDAB5BED0A6}"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09373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4095E79-2252-4924-B34B-77DBFB11A257}"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4255266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4095E79-2252-4924-B34B-77DBFB11A257}"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613E61-C9F3-4CDB-86DB-4BDAB5BED0A6}"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73699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4095E79-2252-4924-B34B-77DBFB11A257}"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568855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095E79-2252-4924-B34B-77DBFB11A257}"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3804094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095E79-2252-4924-B34B-77DBFB11A257}"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613E61-C9F3-4CDB-86DB-4BDAB5BED0A6}" type="slidenum">
              <a:rPr lang="en-US" smtClean="0"/>
              <a:t>‹#›</a:t>
            </a:fld>
            <a:endParaRPr lang="en-US"/>
          </a:p>
        </p:txBody>
      </p:sp>
    </p:spTree>
    <p:extLst>
      <p:ext uri="{BB962C8B-B14F-4D97-AF65-F5344CB8AC3E}">
        <p14:creationId xmlns:p14="http://schemas.microsoft.com/office/powerpoint/2010/main" val="164992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4095E79-2252-4924-B34B-77DBFB11A257}" type="datetimeFigureOut">
              <a:rPr lang="en-US" smtClean="0"/>
              <a:t>7/26/2026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A613E61-C9F3-4CDB-86DB-4BDAB5BED0A6}" type="slidenum">
              <a:rPr lang="en-US" smtClean="0"/>
              <a:t>‹#›</a:t>
            </a:fld>
            <a:endParaRPr lang="en-US"/>
          </a:p>
        </p:txBody>
      </p:sp>
    </p:spTree>
    <p:extLst>
      <p:ext uri="{BB962C8B-B14F-4D97-AF65-F5344CB8AC3E}">
        <p14:creationId xmlns:p14="http://schemas.microsoft.com/office/powerpoint/2010/main" val="93522568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4B4F-CC08-A64C-3780-0A3702228686}"/>
              </a:ext>
            </a:extLst>
          </p:cNvPr>
          <p:cNvSpPr>
            <a:spLocks noGrp="1"/>
          </p:cNvSpPr>
          <p:nvPr>
            <p:ph type="ctrTitle"/>
          </p:nvPr>
        </p:nvSpPr>
        <p:spPr/>
        <p:txBody>
          <a:bodyPr>
            <a:normAutofit/>
          </a:bodyPr>
          <a:lstStyle/>
          <a:p>
            <a:r>
              <a:rPr lang="en-US" b="1" dirty="0" err="1">
                <a:latin typeface="Calibri" panose="020F0502020204030204" pitchFamily="34" charset="0"/>
                <a:ea typeface="Calibri" panose="020F0502020204030204" pitchFamily="34" charset="0"/>
                <a:cs typeface="Calibri" panose="020F0502020204030204" pitchFamily="34" charset="0"/>
              </a:rPr>
              <a:t>IntelliDS</a:t>
            </a:r>
            <a:r>
              <a:rPr lang="en-US" b="1" dirty="0">
                <a:latin typeface="Calibri" panose="020F0502020204030204" pitchFamily="34" charset="0"/>
                <a:ea typeface="Calibri" panose="020F0502020204030204" pitchFamily="34" charset="0"/>
                <a:cs typeface="Calibri" panose="020F0502020204030204" pitchFamily="34" charset="0"/>
              </a:rPr>
              <a:t>: An Intelligent End-to-End </a:t>
            </a:r>
            <a:r>
              <a:rPr lang="en-US" b="1" dirty="0" err="1">
                <a:latin typeface="Calibri" panose="020F0502020204030204" pitchFamily="34" charset="0"/>
                <a:ea typeface="Calibri" panose="020F0502020204030204" pitchFamily="34" charset="0"/>
                <a:cs typeface="Calibri" panose="020F0502020204030204" pitchFamily="34" charset="0"/>
              </a:rPr>
              <a:t>AutoML</a:t>
            </a:r>
            <a:r>
              <a:rPr lang="en-US" b="1" dirty="0">
                <a:latin typeface="Calibri" panose="020F0502020204030204" pitchFamily="34" charset="0"/>
                <a:ea typeface="Calibri" panose="020F0502020204030204" pitchFamily="34" charset="0"/>
                <a:cs typeface="Calibri" panose="020F0502020204030204" pitchFamily="34" charset="0"/>
              </a:rPr>
              <a:t> Platform</a:t>
            </a:r>
            <a:endParaRPr lang="en-US"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1F55B74E-0A70-4886-7739-AD7E29A7B074}"/>
              </a:ext>
            </a:extLst>
          </p:cNvPr>
          <p:cNvSpPr>
            <a:spLocks noGrp="1"/>
          </p:cNvSpPr>
          <p:nvPr>
            <p:ph type="subTitle" idx="1"/>
          </p:nvPr>
        </p:nvSpPr>
        <p:spPr/>
        <p:txBody>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A Unified Web-Based Platform for Automated Data Science and Machine Learning </a:t>
            </a:r>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 by Gaurav Durgesh Deshpande</a:t>
            </a:r>
          </a:p>
        </p:txBody>
      </p:sp>
    </p:spTree>
    <p:extLst>
      <p:ext uri="{BB962C8B-B14F-4D97-AF65-F5344CB8AC3E}">
        <p14:creationId xmlns:p14="http://schemas.microsoft.com/office/powerpoint/2010/main" val="3422390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584D55-3CA6-2DF7-1B8D-E49BF97A0E2F}"/>
              </a:ext>
            </a:extLst>
          </p:cNvPr>
          <p:cNvSpPr>
            <a:spLocks noGrp="1"/>
          </p:cNvSpPr>
          <p:nvPr>
            <p:ph idx="1"/>
          </p:nvPr>
        </p:nvSpPr>
        <p:spPr>
          <a:xfrm>
            <a:off x="2589212" y="386499"/>
            <a:ext cx="8915400" cy="6174557"/>
          </a:xfrm>
        </p:spPr>
        <p:txBody>
          <a:bodyPr>
            <a:normAutofit/>
          </a:bodyPr>
          <a:lstStyle/>
          <a:p>
            <a:r>
              <a:rPr lang="en-US" b="1" dirty="0">
                <a:solidFill>
                  <a:schemeClr val="tx1"/>
                </a:solidFill>
                <a:latin typeface="Calibri" panose="020F0502020204030204" pitchFamily="34" charset="0"/>
                <a:ea typeface="Calibri" panose="020F0502020204030204" pitchFamily="34" charset="0"/>
                <a:cs typeface="Calibri" panose="020F0502020204030204" pitchFamily="34" charset="0"/>
              </a:rPr>
              <a:t>Problem Statement :-</a:t>
            </a: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 Organizations, researchers, and students often spend a significant amount of time preparing datasets before building machine learning models. Traditional data science workflows require multiple software tools, programming expertise, and repetitive manual effort for data cleaning, preprocessing, visualization, and model development.</a:t>
            </a:r>
          </a:p>
          <a:p>
            <a:r>
              <a:rPr lang="en-US" b="1" dirty="0">
                <a:latin typeface="Calibri" panose="020F0502020204030204" pitchFamily="34" charset="0"/>
                <a:ea typeface="Calibri" panose="020F0502020204030204" pitchFamily="34" charset="0"/>
                <a:cs typeface="Calibri" panose="020F0502020204030204" pitchFamily="34" charset="0"/>
              </a:rPr>
              <a:t>Project Objective :- </a:t>
            </a:r>
            <a:r>
              <a:rPr lang="en-US" dirty="0">
                <a:latin typeface="Calibri" panose="020F0502020204030204" pitchFamily="34" charset="0"/>
                <a:ea typeface="Calibri" panose="020F0502020204030204" pitchFamily="34" charset="0"/>
                <a:cs typeface="Calibri" panose="020F0502020204030204" pitchFamily="34" charset="0"/>
              </a:rPr>
              <a:t>Develop </a:t>
            </a:r>
            <a:r>
              <a:rPr lang="en-US" b="1" dirty="0" err="1">
                <a:latin typeface="Calibri" panose="020F0502020204030204" pitchFamily="34" charset="0"/>
                <a:ea typeface="Calibri" panose="020F0502020204030204" pitchFamily="34" charset="0"/>
                <a:cs typeface="Calibri" panose="020F0502020204030204" pitchFamily="34" charset="0"/>
              </a:rPr>
              <a:t>IntelliDS</a:t>
            </a:r>
            <a:r>
              <a:rPr lang="en-US" dirty="0">
                <a:latin typeface="Calibri" panose="020F0502020204030204" pitchFamily="34" charset="0"/>
                <a:ea typeface="Calibri" panose="020F0502020204030204" pitchFamily="34" charset="0"/>
                <a:cs typeface="Calibri" panose="020F0502020204030204" pitchFamily="34" charset="0"/>
              </a:rPr>
              <a:t>, an intelligent Django-based </a:t>
            </a:r>
            <a:r>
              <a:rPr lang="en-US" dirty="0" err="1">
                <a:latin typeface="Calibri" panose="020F0502020204030204" pitchFamily="34" charset="0"/>
                <a:ea typeface="Calibri" panose="020F0502020204030204" pitchFamily="34" charset="0"/>
                <a:cs typeface="Calibri" panose="020F0502020204030204" pitchFamily="34" charset="0"/>
              </a:rPr>
              <a:t>AutoML</a:t>
            </a:r>
            <a:r>
              <a:rPr lang="en-US" dirty="0">
                <a:latin typeface="Calibri" panose="020F0502020204030204" pitchFamily="34" charset="0"/>
                <a:ea typeface="Calibri" panose="020F0502020204030204" pitchFamily="34" charset="0"/>
                <a:cs typeface="Calibri" panose="020F0502020204030204" pitchFamily="34" charset="0"/>
              </a:rPr>
              <a:t> platform that automates the complete data science workflow—from dataset upload to prediction—through a single, user-friendly web application.</a:t>
            </a:r>
          </a:p>
          <a:p>
            <a:r>
              <a:rPr lang="en-US" b="1" dirty="0">
                <a:latin typeface="Calibri" panose="020F0502020204030204" pitchFamily="34" charset="0"/>
                <a:ea typeface="Calibri" panose="020F0502020204030204" pitchFamily="34" charset="0"/>
                <a:cs typeface="Calibri" panose="020F0502020204030204" pitchFamily="34" charset="0"/>
              </a:rPr>
              <a:t>Goal:</a:t>
            </a:r>
            <a:r>
              <a:rPr lang="en-US" dirty="0">
                <a:latin typeface="Calibri" panose="020F0502020204030204" pitchFamily="34" charset="0"/>
                <a:ea typeface="Calibri" panose="020F0502020204030204" pitchFamily="34" charset="0"/>
                <a:cs typeface="Calibri" panose="020F0502020204030204" pitchFamily="34" charset="0"/>
              </a:rPr>
              <a:t> Simplify and automate end-to-end data science workflows while improving efficiency, accuracy, and accessibility.</a:t>
            </a:r>
          </a:p>
          <a:p>
            <a:r>
              <a:rPr lang="en-US" b="1" dirty="0">
                <a:latin typeface="Calibri" panose="020F0502020204030204" pitchFamily="34" charset="0"/>
                <a:ea typeface="Calibri" panose="020F0502020204030204" pitchFamily="34" charset="0"/>
                <a:cs typeface="Calibri" panose="020F0502020204030204" pitchFamily="34" charset="0"/>
              </a:rPr>
              <a:t>These challenges result in:</a:t>
            </a:r>
          </a:p>
          <a:p>
            <a:pPr marL="0" indent="0">
              <a:buNone/>
            </a:pPr>
            <a:endParaRPr lang="en-US"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Diagram 5">
            <a:extLst>
              <a:ext uri="{FF2B5EF4-FFF2-40B4-BE49-F238E27FC236}">
                <a16:creationId xmlns:a16="http://schemas.microsoft.com/office/drawing/2014/main" id="{5BC2884D-8A56-B08C-5382-871577179529}"/>
              </a:ext>
            </a:extLst>
          </p:cNvPr>
          <p:cNvGraphicFramePr/>
          <p:nvPr>
            <p:extLst>
              <p:ext uri="{D42A27DB-BD31-4B8C-83A1-F6EECF244321}">
                <p14:modId xmlns:p14="http://schemas.microsoft.com/office/powerpoint/2010/main" val="3323467461"/>
              </p:ext>
            </p:extLst>
          </p:nvPr>
        </p:nvGraphicFramePr>
        <p:xfrm>
          <a:off x="3494063" y="4138367"/>
          <a:ext cx="7105698" cy="2333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5207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2FA27-E511-E0F7-7A5A-9F99A6BE621C}"/>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Overall Solution Approach</a:t>
            </a:r>
          </a:p>
        </p:txBody>
      </p:sp>
      <p:sp>
        <p:nvSpPr>
          <p:cNvPr id="3" name="Content Placeholder 2">
            <a:extLst>
              <a:ext uri="{FF2B5EF4-FFF2-40B4-BE49-F238E27FC236}">
                <a16:creationId xmlns:a16="http://schemas.microsoft.com/office/drawing/2014/main" id="{E5E32B5A-B157-A101-930F-4B7B2F4BED68}"/>
              </a:ext>
            </a:extLst>
          </p:cNvPr>
          <p:cNvSpPr>
            <a:spLocks noGrp="1"/>
          </p:cNvSpPr>
          <p:nvPr>
            <p:ph idx="1"/>
          </p:nvPr>
        </p:nvSpPr>
        <p:spPr>
          <a:xfrm>
            <a:off x="2589212" y="1376313"/>
            <a:ext cx="8915400" cy="4534909"/>
          </a:xfrm>
        </p:spPr>
        <p:txBody>
          <a:bodyPr/>
          <a:lstStyle/>
          <a:p>
            <a:r>
              <a:rPr lang="en-US" dirty="0" err="1">
                <a:latin typeface="Calibri" panose="020F0502020204030204" pitchFamily="34" charset="0"/>
                <a:ea typeface="Calibri" panose="020F0502020204030204" pitchFamily="34" charset="0"/>
                <a:cs typeface="Calibri" panose="020F0502020204030204" pitchFamily="34" charset="0"/>
              </a:rPr>
              <a:t>IntelliDS</a:t>
            </a:r>
            <a:r>
              <a:rPr lang="en-US" dirty="0">
                <a:latin typeface="Calibri" panose="020F0502020204030204" pitchFamily="34" charset="0"/>
                <a:ea typeface="Calibri" panose="020F0502020204030204" pitchFamily="34" charset="0"/>
                <a:cs typeface="Calibri" panose="020F0502020204030204" pitchFamily="34" charset="0"/>
              </a:rPr>
              <a:t> provides a unified, Django-based </a:t>
            </a:r>
            <a:r>
              <a:rPr lang="en-US" dirty="0" err="1">
                <a:latin typeface="Calibri" panose="020F0502020204030204" pitchFamily="34" charset="0"/>
                <a:ea typeface="Calibri" panose="020F0502020204030204" pitchFamily="34" charset="0"/>
                <a:cs typeface="Calibri" panose="020F0502020204030204" pitchFamily="34" charset="0"/>
              </a:rPr>
              <a:t>AutoML</a:t>
            </a:r>
            <a:r>
              <a:rPr lang="en-US" dirty="0">
                <a:latin typeface="Calibri" panose="020F0502020204030204" pitchFamily="34" charset="0"/>
                <a:ea typeface="Calibri" panose="020F0502020204030204" pitchFamily="34" charset="0"/>
                <a:cs typeface="Calibri" panose="020F0502020204030204" pitchFamily="34" charset="0"/>
              </a:rPr>
              <a:t> platform that automates the complete data science workflow. The system guides users through each stage of the machine learning pipeline using a simple web interface, reducing manual effort and improving productivity.</a:t>
            </a: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Technologies Used :-</a:t>
            </a:r>
          </a:p>
          <a:p>
            <a:endParaRPr lang="en-US"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Diagram 3">
            <a:extLst>
              <a:ext uri="{FF2B5EF4-FFF2-40B4-BE49-F238E27FC236}">
                <a16:creationId xmlns:a16="http://schemas.microsoft.com/office/drawing/2014/main" id="{139388A5-0AF4-0406-EE57-D33D0081FB83}"/>
              </a:ext>
            </a:extLst>
          </p:cNvPr>
          <p:cNvGraphicFramePr/>
          <p:nvPr>
            <p:extLst>
              <p:ext uri="{D42A27DB-BD31-4B8C-83A1-F6EECF244321}">
                <p14:modId xmlns:p14="http://schemas.microsoft.com/office/powerpoint/2010/main" val="3522416573"/>
              </p:ext>
            </p:extLst>
          </p:nvPr>
        </p:nvGraphicFramePr>
        <p:xfrm>
          <a:off x="2721187" y="2120991"/>
          <a:ext cx="9108621" cy="21258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Table 5">
            <a:extLst>
              <a:ext uri="{FF2B5EF4-FFF2-40B4-BE49-F238E27FC236}">
                <a16:creationId xmlns:a16="http://schemas.microsoft.com/office/drawing/2014/main" id="{FA9A6221-602E-978E-635B-8F5453E07CD0}"/>
              </a:ext>
            </a:extLst>
          </p:cNvPr>
          <p:cNvGraphicFramePr>
            <a:graphicFrameLocks noGrp="1"/>
          </p:cNvGraphicFramePr>
          <p:nvPr>
            <p:extLst>
              <p:ext uri="{D42A27DB-BD31-4B8C-83A1-F6EECF244321}">
                <p14:modId xmlns:p14="http://schemas.microsoft.com/office/powerpoint/2010/main" val="1469237148"/>
              </p:ext>
            </p:extLst>
          </p:nvPr>
        </p:nvGraphicFramePr>
        <p:xfrm>
          <a:off x="3079522" y="4246814"/>
          <a:ext cx="7789584" cy="2249505"/>
        </p:xfrm>
        <a:graphic>
          <a:graphicData uri="http://schemas.openxmlformats.org/drawingml/2006/table">
            <a:tbl>
              <a:tblPr firstRow="1" bandRow="1">
                <a:tableStyleId>{5C22544A-7EE6-4342-B048-85BDC9FD1C3A}</a:tableStyleId>
              </a:tblPr>
              <a:tblGrid>
                <a:gridCol w="3894792">
                  <a:extLst>
                    <a:ext uri="{9D8B030D-6E8A-4147-A177-3AD203B41FA5}">
                      <a16:colId xmlns:a16="http://schemas.microsoft.com/office/drawing/2014/main" val="1305389911"/>
                    </a:ext>
                  </a:extLst>
                </a:gridCol>
                <a:gridCol w="3894792">
                  <a:extLst>
                    <a:ext uri="{9D8B030D-6E8A-4147-A177-3AD203B41FA5}">
                      <a16:colId xmlns:a16="http://schemas.microsoft.com/office/drawing/2014/main" val="2503638912"/>
                    </a:ext>
                  </a:extLst>
                </a:gridCol>
              </a:tblGrid>
              <a:tr h="327488">
                <a:tc>
                  <a:txBody>
                    <a:bodyPr/>
                    <a:lstStyle/>
                    <a:p>
                      <a:pPr>
                        <a:buNone/>
                      </a:pPr>
                      <a:r>
                        <a:rPr lang="en-US" sz="1600" b="1"/>
                        <a:t>Category</a:t>
                      </a:r>
                      <a:endParaRPr lang="en-US" sz="1600"/>
                    </a:p>
                  </a:txBody>
                  <a:tcPr anchor="ctr"/>
                </a:tc>
                <a:tc>
                  <a:txBody>
                    <a:bodyPr/>
                    <a:lstStyle/>
                    <a:p>
                      <a:pPr>
                        <a:buNone/>
                      </a:pPr>
                      <a:r>
                        <a:rPr lang="en-US" sz="1600" b="1"/>
                        <a:t>Technologies</a:t>
                      </a:r>
                      <a:endParaRPr lang="en-US" sz="1600"/>
                    </a:p>
                  </a:txBody>
                  <a:tcPr anchor="ctr"/>
                </a:tc>
                <a:extLst>
                  <a:ext uri="{0D108BD9-81ED-4DB2-BD59-A6C34878D82A}">
                    <a16:rowId xmlns:a16="http://schemas.microsoft.com/office/drawing/2014/main" val="1197873461"/>
                  </a:ext>
                </a:extLst>
              </a:tr>
              <a:tr h="327488">
                <a:tc>
                  <a:txBody>
                    <a:bodyPr/>
                    <a:lstStyle/>
                    <a:p>
                      <a:pPr>
                        <a:buNone/>
                      </a:pPr>
                      <a:r>
                        <a:rPr lang="en-US" sz="1600" b="1"/>
                        <a:t>Backend</a:t>
                      </a:r>
                      <a:endParaRPr lang="en-US" sz="1600"/>
                    </a:p>
                  </a:txBody>
                  <a:tcPr anchor="ctr"/>
                </a:tc>
                <a:tc>
                  <a:txBody>
                    <a:bodyPr/>
                    <a:lstStyle/>
                    <a:p>
                      <a:pPr>
                        <a:buNone/>
                      </a:pPr>
                      <a:r>
                        <a:rPr lang="en-US" sz="1600"/>
                        <a:t>Python, Django</a:t>
                      </a:r>
                    </a:p>
                  </a:txBody>
                  <a:tcPr anchor="ctr"/>
                </a:tc>
                <a:extLst>
                  <a:ext uri="{0D108BD9-81ED-4DB2-BD59-A6C34878D82A}">
                    <a16:rowId xmlns:a16="http://schemas.microsoft.com/office/drawing/2014/main" val="2373797542"/>
                  </a:ext>
                </a:extLst>
              </a:tr>
              <a:tr h="573105">
                <a:tc>
                  <a:txBody>
                    <a:bodyPr/>
                    <a:lstStyle/>
                    <a:p>
                      <a:pPr>
                        <a:buNone/>
                      </a:pPr>
                      <a:r>
                        <a:rPr lang="en-US" sz="1600" b="1" dirty="0"/>
                        <a:t>Frontend</a:t>
                      </a:r>
                      <a:endParaRPr lang="en-US" sz="1600" dirty="0"/>
                    </a:p>
                  </a:txBody>
                  <a:tcPr anchor="ctr"/>
                </a:tc>
                <a:tc>
                  <a:txBody>
                    <a:bodyPr/>
                    <a:lstStyle/>
                    <a:p>
                      <a:pPr>
                        <a:buNone/>
                      </a:pPr>
                      <a:r>
                        <a:rPr lang="en-US" sz="1600"/>
                        <a:t>HTML5, CSS3, JavaScript, Tailwind CSS</a:t>
                      </a:r>
                    </a:p>
                  </a:txBody>
                  <a:tcPr anchor="ctr"/>
                </a:tc>
                <a:extLst>
                  <a:ext uri="{0D108BD9-81ED-4DB2-BD59-A6C34878D82A}">
                    <a16:rowId xmlns:a16="http://schemas.microsoft.com/office/drawing/2014/main" val="2272048157"/>
                  </a:ext>
                </a:extLst>
              </a:tr>
              <a:tr h="327488">
                <a:tc>
                  <a:txBody>
                    <a:bodyPr/>
                    <a:lstStyle/>
                    <a:p>
                      <a:pPr>
                        <a:buNone/>
                      </a:pPr>
                      <a:r>
                        <a:rPr lang="en-US" sz="1600" b="1"/>
                        <a:t>Database</a:t>
                      </a:r>
                      <a:endParaRPr lang="en-US" sz="1600"/>
                    </a:p>
                  </a:txBody>
                  <a:tcPr anchor="ctr"/>
                </a:tc>
                <a:tc>
                  <a:txBody>
                    <a:bodyPr/>
                    <a:lstStyle/>
                    <a:p>
                      <a:pPr>
                        <a:buNone/>
                      </a:pPr>
                      <a:r>
                        <a:rPr lang="en-US" sz="1600" dirty="0"/>
                        <a:t>MySQL</a:t>
                      </a:r>
                    </a:p>
                  </a:txBody>
                  <a:tcPr anchor="ctr"/>
                </a:tc>
                <a:extLst>
                  <a:ext uri="{0D108BD9-81ED-4DB2-BD59-A6C34878D82A}">
                    <a16:rowId xmlns:a16="http://schemas.microsoft.com/office/drawing/2014/main" val="3557253799"/>
                  </a:ext>
                </a:extLst>
              </a:tr>
              <a:tr h="327488">
                <a:tc>
                  <a:txBody>
                    <a:bodyPr/>
                    <a:lstStyle/>
                    <a:p>
                      <a:pPr>
                        <a:buNone/>
                      </a:pPr>
                      <a:r>
                        <a:rPr lang="en-US" sz="1600" b="1" dirty="0"/>
                        <a:t>Machine Learning</a:t>
                      </a:r>
                      <a:endParaRPr lang="en-US" sz="1600" dirty="0"/>
                    </a:p>
                  </a:txBody>
                  <a:tcPr anchor="ctr"/>
                </a:tc>
                <a:tc>
                  <a:txBody>
                    <a:bodyPr/>
                    <a:lstStyle/>
                    <a:p>
                      <a:pPr>
                        <a:buNone/>
                      </a:pPr>
                      <a:r>
                        <a:rPr lang="en-US" sz="1600"/>
                        <a:t>Scikit-learn</a:t>
                      </a:r>
                    </a:p>
                  </a:txBody>
                  <a:tcPr anchor="ctr"/>
                </a:tc>
                <a:extLst>
                  <a:ext uri="{0D108BD9-81ED-4DB2-BD59-A6C34878D82A}">
                    <a16:rowId xmlns:a16="http://schemas.microsoft.com/office/drawing/2014/main" val="784791398"/>
                  </a:ext>
                </a:extLst>
              </a:tr>
              <a:tr h="327488">
                <a:tc>
                  <a:txBody>
                    <a:bodyPr/>
                    <a:lstStyle/>
                    <a:p>
                      <a:pPr>
                        <a:buNone/>
                      </a:pPr>
                      <a:r>
                        <a:rPr lang="en-US" sz="1600" b="1"/>
                        <a:t>Data Processing</a:t>
                      </a:r>
                      <a:endParaRPr lang="en-US" sz="1600"/>
                    </a:p>
                  </a:txBody>
                  <a:tcPr anchor="ctr"/>
                </a:tc>
                <a:tc>
                  <a:txBody>
                    <a:bodyPr/>
                    <a:lstStyle/>
                    <a:p>
                      <a:pPr>
                        <a:buNone/>
                      </a:pPr>
                      <a:r>
                        <a:rPr lang="en-US" sz="1600" dirty="0"/>
                        <a:t>Pandas, NumPy</a:t>
                      </a:r>
                    </a:p>
                  </a:txBody>
                  <a:tcPr anchor="ctr"/>
                </a:tc>
                <a:extLst>
                  <a:ext uri="{0D108BD9-81ED-4DB2-BD59-A6C34878D82A}">
                    <a16:rowId xmlns:a16="http://schemas.microsoft.com/office/drawing/2014/main" val="1636735767"/>
                  </a:ext>
                </a:extLst>
              </a:tr>
            </a:tbl>
          </a:graphicData>
        </a:graphic>
      </p:graphicFrame>
    </p:spTree>
    <p:extLst>
      <p:ext uri="{BB962C8B-B14F-4D97-AF65-F5344CB8AC3E}">
        <p14:creationId xmlns:p14="http://schemas.microsoft.com/office/powerpoint/2010/main" val="1285550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DE662-77F9-66E6-8A05-FAA4B09E80B2}"/>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Key Findings</a:t>
            </a:r>
          </a:p>
        </p:txBody>
      </p:sp>
      <p:sp>
        <p:nvSpPr>
          <p:cNvPr id="3" name="Content Placeholder 2">
            <a:extLst>
              <a:ext uri="{FF2B5EF4-FFF2-40B4-BE49-F238E27FC236}">
                <a16:creationId xmlns:a16="http://schemas.microsoft.com/office/drawing/2014/main" id="{793E8C9A-6533-3788-7AC0-22ADFB895E29}"/>
              </a:ext>
            </a:extLst>
          </p:cNvPr>
          <p:cNvSpPr>
            <a:spLocks noGrp="1"/>
          </p:cNvSpPr>
          <p:nvPr>
            <p:ph idx="1"/>
          </p:nvPr>
        </p:nvSpPr>
        <p:spPr>
          <a:xfrm>
            <a:off x="2589212" y="1357460"/>
            <a:ext cx="8915400" cy="4553762"/>
          </a:xfrm>
        </p:spPr>
        <p:txBody>
          <a:bodyPr/>
          <a:lstStyle/>
          <a:p>
            <a:r>
              <a:rPr lang="en-US" dirty="0"/>
              <a:t>The development and evaluation of </a:t>
            </a:r>
            <a:r>
              <a:rPr lang="en-US" b="1" dirty="0" err="1"/>
              <a:t>IntelliDS</a:t>
            </a:r>
            <a:r>
              <a:rPr lang="en-US" dirty="0"/>
              <a:t> demonstrated that an integrated </a:t>
            </a:r>
            <a:r>
              <a:rPr lang="en-US" dirty="0" err="1"/>
              <a:t>AutoML</a:t>
            </a:r>
            <a:r>
              <a:rPr lang="en-US" dirty="0"/>
              <a:t> platform can significantly simplify the end-to-end data science workflow while maintaining reliable machine learning performance.</a:t>
            </a:r>
          </a:p>
          <a:p>
            <a:r>
              <a:rPr lang="en-US" b="1" dirty="0"/>
              <a:t>Overall Impact :- </a:t>
            </a:r>
            <a:r>
              <a:rPr lang="en-US" dirty="0" err="1"/>
              <a:t>IntelliDS</a:t>
            </a:r>
            <a:r>
              <a:rPr lang="en-US" dirty="0"/>
              <a:t> improves efficiency, reduces manual intervention, and enables faster, data-driven decision-making through an intelligent and automated machine learning workflow.</a:t>
            </a:r>
            <a:endParaRPr lang="en-US" b="1" dirty="0"/>
          </a:p>
          <a:p>
            <a:pPr marL="0" indent="0">
              <a:buNone/>
            </a:pPr>
            <a:r>
              <a:rPr lang="en-US" b="1" dirty="0"/>
              <a:t>Project Outcomes :-</a:t>
            </a:r>
          </a:p>
          <a:p>
            <a:pPr marL="0" indent="0">
              <a:buNone/>
            </a:pPr>
            <a:endParaRPr lang="en-US" b="1"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5" name="Diagram 4">
            <a:extLst>
              <a:ext uri="{FF2B5EF4-FFF2-40B4-BE49-F238E27FC236}">
                <a16:creationId xmlns:a16="http://schemas.microsoft.com/office/drawing/2014/main" id="{A6E38F2F-3EB3-9D97-9A39-ACB67E5AC5FF}"/>
              </a:ext>
            </a:extLst>
          </p:cNvPr>
          <p:cNvGraphicFramePr/>
          <p:nvPr>
            <p:extLst>
              <p:ext uri="{D42A27DB-BD31-4B8C-83A1-F6EECF244321}">
                <p14:modId xmlns:p14="http://schemas.microsoft.com/office/powerpoint/2010/main" val="380072286"/>
              </p:ext>
            </p:extLst>
          </p:nvPr>
        </p:nvGraphicFramePr>
        <p:xfrm>
          <a:off x="1846450" y="3634341"/>
          <a:ext cx="10040750" cy="31202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0031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832D5-40DC-9B7B-65FC-BC422F4DDEBF}"/>
              </a:ext>
            </a:extLst>
          </p:cNvPr>
          <p:cNvSpPr>
            <a:spLocks noGrp="1"/>
          </p:cNvSpPr>
          <p:nvPr>
            <p:ph type="title"/>
          </p:nvPr>
        </p:nvSpPr>
        <p:spPr/>
        <p:txBody>
          <a:bodyPr/>
          <a:lstStyle/>
          <a:p>
            <a:r>
              <a:rPr lang="en-US" b="1" dirty="0">
                <a:latin typeface="Calibri" panose="020F0502020204030204" pitchFamily="34" charset="0"/>
                <a:ea typeface="Calibri" panose="020F0502020204030204" pitchFamily="34" charset="0"/>
                <a:cs typeface="Calibri" panose="020F0502020204030204" pitchFamily="34" charset="0"/>
              </a:rPr>
              <a:t>Future Improvements &amp; Project Justification</a:t>
            </a:r>
          </a:p>
        </p:txBody>
      </p:sp>
      <p:sp>
        <p:nvSpPr>
          <p:cNvPr id="3" name="Content Placeholder 2">
            <a:extLst>
              <a:ext uri="{FF2B5EF4-FFF2-40B4-BE49-F238E27FC236}">
                <a16:creationId xmlns:a16="http://schemas.microsoft.com/office/drawing/2014/main" id="{DD411E73-9840-49EB-0462-97677E2F6000}"/>
              </a:ext>
            </a:extLst>
          </p:cNvPr>
          <p:cNvSpPr>
            <a:spLocks noGrp="1"/>
          </p:cNvSpPr>
          <p:nvPr>
            <p:ph idx="1"/>
          </p:nvPr>
        </p:nvSpPr>
        <p:spPr>
          <a:xfrm>
            <a:off x="2589212" y="1357459"/>
            <a:ext cx="8915400" cy="5147035"/>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Integrate Deep Learning models (TensorFlow/</a:t>
            </a:r>
            <a:r>
              <a:rPr lang="en-US" dirty="0" err="1">
                <a:latin typeface="Calibri" panose="020F0502020204030204" pitchFamily="34" charset="0"/>
                <a:ea typeface="Calibri" panose="020F0502020204030204" pitchFamily="34" charset="0"/>
                <a:cs typeface="Calibri" panose="020F0502020204030204" pitchFamily="34" charset="0"/>
              </a:rPr>
              <a:t>PyTorch</a:t>
            </a:r>
            <a:r>
              <a:rPr lang="en-US" dirty="0">
                <a:latin typeface="Calibri" panose="020F0502020204030204" pitchFamily="34" charset="0"/>
                <a:ea typeface="Calibri" panose="020F0502020204030204" pitchFamily="34" charset="0"/>
                <a:cs typeface="Calibri" panose="020F0502020204030204" pitchFamily="34" charset="0"/>
              </a:rPr>
              <a:t>/CNN).</a:t>
            </a:r>
          </a:p>
          <a:p>
            <a:r>
              <a:rPr lang="en-US" dirty="0">
                <a:latin typeface="Calibri" panose="020F0502020204030204" pitchFamily="34" charset="0"/>
                <a:ea typeface="Calibri" panose="020F0502020204030204" pitchFamily="34" charset="0"/>
                <a:cs typeface="Calibri" panose="020F0502020204030204" pitchFamily="34" charset="0"/>
              </a:rPr>
              <a:t>Support real-time data streaming and analysis.</a:t>
            </a:r>
          </a:p>
          <a:p>
            <a:r>
              <a:rPr lang="en-US" dirty="0">
                <a:latin typeface="Calibri" panose="020F0502020204030204" pitchFamily="34" charset="0"/>
                <a:ea typeface="Calibri" panose="020F0502020204030204" pitchFamily="34" charset="0"/>
                <a:cs typeface="Calibri" panose="020F0502020204030204" pitchFamily="34" charset="0"/>
              </a:rPr>
              <a:t>Enable cloud deployment and scalability.</a:t>
            </a:r>
          </a:p>
          <a:p>
            <a:r>
              <a:rPr lang="en-US" dirty="0">
                <a:latin typeface="Calibri" panose="020F0502020204030204" pitchFamily="34" charset="0"/>
                <a:ea typeface="Calibri" panose="020F0502020204030204" pitchFamily="34" charset="0"/>
                <a:cs typeface="Calibri" panose="020F0502020204030204" pitchFamily="34" charset="0"/>
              </a:rPr>
              <a:t>Add Explainable AI for model interpretability.</a:t>
            </a:r>
          </a:p>
          <a:p>
            <a:r>
              <a:rPr lang="en-US" dirty="0">
                <a:latin typeface="Calibri" panose="020F0502020204030204" pitchFamily="34" charset="0"/>
                <a:ea typeface="Calibri" panose="020F0502020204030204" pitchFamily="34" charset="0"/>
                <a:cs typeface="Calibri" panose="020F0502020204030204" pitchFamily="34" charset="0"/>
              </a:rPr>
              <a:t>Support additional file formats and external database connectivity.</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Project Justification :- </a:t>
            </a:r>
          </a:p>
          <a:p>
            <a:r>
              <a:rPr lang="en-US" dirty="0">
                <a:latin typeface="Calibri" panose="020F0502020204030204" pitchFamily="34" charset="0"/>
                <a:ea typeface="Calibri" panose="020F0502020204030204" pitchFamily="34" charset="0"/>
                <a:cs typeface="Calibri" panose="020F0502020204030204" pitchFamily="34" charset="0"/>
              </a:rPr>
              <a:t>Automates the complete machine learning workflow.</a:t>
            </a:r>
          </a:p>
          <a:p>
            <a:r>
              <a:rPr lang="en-US" dirty="0">
                <a:latin typeface="Calibri" panose="020F0502020204030204" pitchFamily="34" charset="0"/>
                <a:ea typeface="Calibri" panose="020F0502020204030204" pitchFamily="34" charset="0"/>
                <a:cs typeface="Calibri" panose="020F0502020204030204" pitchFamily="34" charset="0"/>
              </a:rPr>
              <a:t>Reduces manual effort and processing time.</a:t>
            </a:r>
          </a:p>
          <a:p>
            <a:r>
              <a:rPr lang="en-US" dirty="0">
                <a:latin typeface="Calibri" panose="020F0502020204030204" pitchFamily="34" charset="0"/>
                <a:ea typeface="Calibri" panose="020F0502020204030204" pitchFamily="34" charset="0"/>
                <a:cs typeface="Calibri" panose="020F0502020204030204" pitchFamily="34" charset="0"/>
              </a:rPr>
              <a:t>Provides an all-in-one Auto ML solution.</a:t>
            </a:r>
          </a:p>
          <a:p>
            <a:r>
              <a:rPr lang="en-US" dirty="0">
                <a:latin typeface="Calibri" panose="020F0502020204030204" pitchFamily="34" charset="0"/>
                <a:ea typeface="Calibri" panose="020F0502020204030204" pitchFamily="34" charset="0"/>
                <a:cs typeface="Calibri" panose="020F0502020204030204" pitchFamily="34" charset="0"/>
              </a:rPr>
              <a:t>Improves accessibility for students, researchers, and organizations.</a:t>
            </a:r>
          </a:p>
          <a:p>
            <a:r>
              <a:rPr lang="en-US" dirty="0">
                <a:latin typeface="Calibri" panose="020F0502020204030204" pitchFamily="34" charset="0"/>
                <a:ea typeface="Calibri" panose="020F0502020204030204" pitchFamily="34" charset="0"/>
                <a:cs typeface="Calibri" panose="020F0502020204030204" pitchFamily="34" charset="0"/>
              </a:rPr>
              <a:t>Enables faster and more reliable data-driven decision-making.</a:t>
            </a:r>
          </a:p>
        </p:txBody>
      </p:sp>
    </p:spTree>
    <p:extLst>
      <p:ext uri="{BB962C8B-B14F-4D97-AF65-F5344CB8AC3E}">
        <p14:creationId xmlns:p14="http://schemas.microsoft.com/office/powerpoint/2010/main" val="1488358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82D6FF-1757-5113-279F-2F8319936E1B}"/>
              </a:ext>
            </a:extLst>
          </p:cNvPr>
          <p:cNvSpPr>
            <a:spLocks noGrp="1"/>
          </p:cNvSpPr>
          <p:nvPr>
            <p:ph idx="1"/>
          </p:nvPr>
        </p:nvSpPr>
        <p:spPr>
          <a:xfrm>
            <a:off x="877282" y="1540189"/>
            <a:ext cx="10437436" cy="3777622"/>
          </a:xfrm>
        </p:spPr>
        <p:txBody>
          <a:bodyPr>
            <a:normAutofit fontScale="92500" lnSpcReduction="10000"/>
          </a:bodyPr>
          <a:lstStyle/>
          <a:p>
            <a:pPr marL="0" indent="0" algn="ctr">
              <a:buNone/>
            </a:pPr>
            <a:endParaRPr lang="en-US" sz="6000" b="1" dirty="0"/>
          </a:p>
          <a:p>
            <a:pPr marL="0" indent="0" algn="ctr">
              <a:buNone/>
            </a:pPr>
            <a:r>
              <a:rPr lang="en-US" sz="6000" b="1" dirty="0"/>
              <a:t>Thank You</a:t>
            </a:r>
          </a:p>
          <a:p>
            <a:pPr marL="0" indent="0" algn="ctr">
              <a:buNone/>
            </a:pPr>
            <a:endParaRPr lang="en-US" sz="6000" b="1" dirty="0"/>
          </a:p>
          <a:p>
            <a:pPr marL="0" indent="0" algn="ctr">
              <a:buNone/>
            </a:pPr>
            <a:r>
              <a:rPr lang="en-US" sz="2600" b="1" dirty="0" err="1"/>
              <a:t>IntelliDS</a:t>
            </a:r>
            <a:r>
              <a:rPr lang="en-US" sz="2600" b="1" dirty="0"/>
              <a:t>:</a:t>
            </a:r>
            <a:r>
              <a:rPr lang="en-US" sz="2600" dirty="0"/>
              <a:t> </a:t>
            </a:r>
            <a:r>
              <a:rPr lang="en-US" sz="2800" dirty="0">
                <a:latin typeface="Calibri" panose="020F0502020204030204" pitchFamily="34" charset="0"/>
                <a:ea typeface="Calibri" panose="020F0502020204030204" pitchFamily="34" charset="0"/>
                <a:cs typeface="Calibri" panose="020F0502020204030204" pitchFamily="34" charset="0"/>
              </a:rPr>
              <a:t>An Intelligent End-to-End </a:t>
            </a:r>
            <a:r>
              <a:rPr lang="en-US" sz="2800" dirty="0" err="1">
                <a:latin typeface="Calibri" panose="020F0502020204030204" pitchFamily="34" charset="0"/>
                <a:ea typeface="Calibri" panose="020F0502020204030204" pitchFamily="34" charset="0"/>
                <a:cs typeface="Calibri" panose="020F0502020204030204" pitchFamily="34" charset="0"/>
              </a:rPr>
              <a:t>AutoML</a:t>
            </a:r>
            <a:r>
              <a:rPr lang="en-US" sz="2800" dirty="0">
                <a:latin typeface="Calibri" panose="020F0502020204030204" pitchFamily="34" charset="0"/>
                <a:ea typeface="Calibri" panose="020F0502020204030204" pitchFamily="34" charset="0"/>
                <a:cs typeface="Calibri" panose="020F0502020204030204" pitchFamily="34" charset="0"/>
              </a:rPr>
              <a:t> Platform</a:t>
            </a:r>
            <a:r>
              <a:rPr lang="en-US" sz="2600" dirty="0">
                <a:latin typeface="Calibri" panose="020F0502020204030204" pitchFamily="34" charset="0"/>
                <a:ea typeface="Calibri" panose="020F0502020204030204" pitchFamily="34" charset="0"/>
                <a:cs typeface="Calibri" panose="020F0502020204030204" pitchFamily="34" charset="0"/>
              </a:rPr>
              <a:t> </a:t>
            </a:r>
          </a:p>
          <a:p>
            <a:pPr marL="0" indent="0" algn="ctr">
              <a:buNone/>
            </a:pPr>
            <a:r>
              <a:rPr lang="en-US" sz="2600" b="1" dirty="0"/>
              <a:t>Developed By </a:t>
            </a:r>
            <a:r>
              <a:rPr lang="en-US" sz="2600" dirty="0"/>
              <a:t>: Gaurav Deshpande</a:t>
            </a:r>
          </a:p>
        </p:txBody>
      </p:sp>
    </p:spTree>
    <p:extLst>
      <p:ext uri="{BB962C8B-B14F-4D97-AF65-F5344CB8AC3E}">
        <p14:creationId xmlns:p14="http://schemas.microsoft.com/office/powerpoint/2010/main" val="137576554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123</TotalTime>
  <Words>474</Words>
  <Application>Microsoft Office PowerPoint</Application>
  <PresentationFormat>Widescreen</PresentationFormat>
  <Paragraphs>65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Century Gothic</vt:lpstr>
      <vt:lpstr>Wingdings 3</vt:lpstr>
      <vt:lpstr>Wisp</vt:lpstr>
      <vt:lpstr>IntelliDS: An Intelligent End-to-End AutoML Platform</vt:lpstr>
      <vt:lpstr>PowerPoint Presentation</vt:lpstr>
      <vt:lpstr>Overall Solution Approach</vt:lpstr>
      <vt:lpstr>Key Findings</vt:lpstr>
      <vt:lpstr>Future Improvements &amp; Project Justification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Deshpande</dc:creator>
  <cp:lastModifiedBy>Gaurav Deshpande</cp:lastModifiedBy>
  <cp:revision>4</cp:revision>
  <dcterms:created xsi:type="dcterms:W3CDTF">2026-07-26T08:52:12Z</dcterms:created>
  <dcterms:modified xsi:type="dcterms:W3CDTF">2026-07-26T10:55:59Z</dcterms:modified>
</cp:coreProperties>
</file>